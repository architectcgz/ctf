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0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49" r:id="rId3"/>
    <p:sldMasterId id="2147483650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8" r:id="rId10"/>
    <p:sldMasterId id="2147483659" r:id="rId11"/>
    <p:sldMasterId id="2147483660" r:id="rId12"/>
    <p:sldMasterId id="2147483661" r:id="rId13"/>
    <p:sldMasterId id="2147483662" r:id="rId14"/>
    <p:sldMasterId id="2147483663" r:id="rId15"/>
    <p:sldMasterId id="2147483664" r:id="rId16"/>
  </p:sldMasterIdLst>
  <p:sldIdLst>
    <p:sldId id="256" r:id="rId17"/>
    <p:sldId id="257" r:id="rId18"/>
    <p:sldId id="258" r:id="rId19"/>
    <p:sldId id="259" r:id="rId20"/>
    <p:sldId id="260" r:id="rId2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"/>
          </p:nvPr>
        </p:nvSpPr>
        <p:spPr/>
        <p:txBody>
          <a:bodyPr/>
          <a:p>
            <a:r>
              <a:t>Footer</a:t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jpeg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jpeg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3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ftr" idx="1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3B5B94A-8BE2-4F4E-B747-E65BEFABE7E7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8E5231F-C7ED-43CF-B8DE-2C11B72511D3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9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7FA871A-95E9-476F-97B9-F0B6EFBF73C7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2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7909BF-8634-48CE-A851-71EF0B06332E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3" name="AutoShape 7"/>
          <p:cNvSpPr/>
          <p:nvPr/>
        </p:nvSpPr>
        <p:spPr>
          <a:xfrm>
            <a:off x="684360" y="2708280"/>
            <a:ext cx="777240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pic>
        <p:nvPicPr>
          <p:cNvPr id="14" name="Picture 15" descr="050907c"/>
          <p:cNvPicPr/>
          <p:nvPr/>
        </p:nvPicPr>
        <p:blipFill>
          <a:blip r:embed="rId3"/>
          <a:srcRect l="0" t="0" r="0" b="12883"/>
          <a:stretch/>
        </p:blipFill>
        <p:spPr>
          <a:xfrm>
            <a:off x="4282920" y="2421000"/>
            <a:ext cx="3168720" cy="2952720"/>
          </a:xfrm>
          <a:prstGeom prst="rect">
            <a:avLst/>
          </a:prstGeom>
          <a:ln w="0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2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zh-CN" sz="1200" spc="-1" strike="noStrike">
                <a:solidFill>
                  <a:srgbClr val="000000"/>
                </a:solidFill>
                <a:latin typeface="Verdana"/>
                <a:ea typeface="宋体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2EC0C7-8589-445E-9B33-5B1AD90333B5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3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20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21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22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6E0718-BFA6-491F-83A7-2664ED03F9F5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23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DC27F9C-70BF-4735-86E7-4472BFC8F493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ftr" idx="4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28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29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0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F71252C-71BD-4A5E-9123-15CEFE0B3199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1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4E620A-58D3-46EA-AC23-DB5C5FB8E2E8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ftr" idx="5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36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7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8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CB40751-2024-4A39-A419-A010BED18EAF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39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7E13383-68C0-4E8C-BCA2-BBDFAD3DE1A3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6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44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5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6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96A2B0-48E5-42B0-BF7C-28E6C2590A42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7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B65CE0-C0B1-4BCB-B3AE-D483183890B6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7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52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53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54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FF3BDA9-B0B8-4703-B9F4-C62546D8C3B4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55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BAADC6A-82B6-40CC-9043-B448D3654750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8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60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1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2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B74CFC8-6E09-448B-A8C4-95F03FE6B54C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3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91C0994-4395-4036-835A-14B503733B33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9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68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69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0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140C3D-38C6-43F6-83B7-BBB3A5C72579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1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CCA438-2D93-47C4-81AC-8F9A3F7B02EF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10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76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7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8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88343B1-A45F-4B61-94E7-80FDEBA9126F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79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220F27-4EF3-4051-81EB-5BF885C1C46A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ftr" idx="11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84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85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86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D4BAA1-83C6-41B1-8244-24B32A583699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87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E23803D-56B4-42D9-9F50-592AA6CD17C1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12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92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93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94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214795D-B62E-41D6-B1AA-C90653A56ACA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95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4D899CC-5784-4F26-8264-025038742160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ftr" idx="13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100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1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AF82C5-AB4F-490B-8FF2-568268E98A75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3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A80848-B644-4A57-8A76-4B0291936EA9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ftr" idx="14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108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09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0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885359-C11D-4E78-82E0-0B3504547A79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1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0948CF-9DC0-464F-A424-9E6893196DD4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ftr" idx="15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图片 3" descr=""/>
          <p:cNvPicPr/>
          <p:nvPr/>
        </p:nvPicPr>
        <p:blipFill>
          <a:blip r:embed="rId2"/>
          <a:stretch/>
        </p:blipFill>
        <p:spPr>
          <a:xfrm>
            <a:off x="7740720" y="312840"/>
            <a:ext cx="1333440" cy="511200"/>
          </a:xfrm>
          <a:prstGeom prst="rect">
            <a:avLst/>
          </a:prstGeom>
          <a:ln w="0">
            <a:noFill/>
          </a:ln>
        </p:spPr>
      </p:pic>
      <p:sp>
        <p:nvSpPr>
          <p:cNvPr id="116" name="AutoShape 4"/>
          <p:cNvSpPr/>
          <p:nvPr/>
        </p:nvSpPr>
        <p:spPr>
          <a:xfrm>
            <a:off x="539640" y="1087560"/>
            <a:ext cx="7958160" cy="109440"/>
          </a:xfrm>
          <a:custGeom>
            <a:avLst/>
            <a:gdLst/>
            <a:ahLst/>
            <a:rect l="l" t="t" r="r" b="b"/>
            <a:pathLst>
              <a:path stroke="0"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cc0000"/>
          </a:solidFill>
          <a:ln w="9360">
            <a:solidFill>
              <a:srgbClr val="cc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7" name="Line 5"/>
          <p:cNvSpPr/>
          <p:nvPr/>
        </p:nvSpPr>
        <p:spPr>
          <a:xfrm>
            <a:off x="609480" y="6172200"/>
            <a:ext cx="7925040" cy="0"/>
          </a:xfrm>
          <a:prstGeom prst="line">
            <a:avLst/>
          </a:prstGeom>
          <a:ln w="3240">
            <a:solidFill>
              <a:srgbClr val="cc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8" name="Rectangle 6"/>
          <p:cNvSpPr/>
          <p:nvPr/>
        </p:nvSpPr>
        <p:spPr>
          <a:xfrm>
            <a:off x="7236000" y="6375240"/>
            <a:ext cx="1369800" cy="26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975872-3B0A-42A1-8517-3C0C62E6CA3F}" type="slidenum">
              <a:rPr b="0" lang="en-US" sz="1200" spc="-1" strike="noStrike">
                <a:solidFill>
                  <a:srgbClr val="000000"/>
                </a:solidFill>
                <a:latin typeface="Verdana"/>
                <a:ea typeface="宋体"/>
              </a:rPr>
              <a:t>&lt;number&gt;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19" name="日期占位符 3"/>
          <p:cNvSpPr/>
          <p:nvPr/>
        </p:nvSpPr>
        <p:spPr>
          <a:xfrm>
            <a:off x="611280" y="6396120"/>
            <a:ext cx="1369800" cy="26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C62BFA2-3C57-441E-A964-B75927C11F40}" type="datetime">
              <a:rPr b="0" lang="zh-CN" sz="1200" spc="-1" strike="noStrike">
                <a:solidFill>
                  <a:srgbClr val="000000"/>
                </a:solidFill>
                <a:latin typeface="Verdana"/>
                <a:ea typeface="宋体"/>
              </a:rPr>
              <a:t>26/3/2</a:t>
            </a:fld>
            <a:endParaRPr b="0" lang="en-US" sz="1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Verdana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2" marL="1305000" indent="-39528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3" marL="1693800" indent="-3873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4" marL="2093760" indent="-39816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5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6" marL="2093760" indent="-398160">
              <a:lnSpc>
                <a:spcPct val="12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ftr" idx="16"/>
          </p:nvPr>
        </p:nvSpPr>
        <p:spPr>
          <a:xfrm>
            <a:off x="3124080" y="623700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39280" y="1699920"/>
            <a:ext cx="7929720" cy="11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600" spc="-1" strike="noStrike">
                <a:solidFill>
                  <a:srgbClr val="000000"/>
                </a:solidFill>
                <a:latin typeface="Verdana"/>
              </a:rPr>
              <a:t>题目：基于</a:t>
            </a:r>
            <a:r>
              <a:rPr b="0" lang="en-US" sz="3600" spc="-1" strike="noStrike">
                <a:solidFill>
                  <a:srgbClr val="000000"/>
                </a:solidFill>
                <a:latin typeface="Verdana"/>
              </a:rPr>
              <a:t>XX</a:t>
            </a:r>
            <a:r>
              <a:rPr b="0" lang="zh-CN" sz="3600" spc="-1" strike="noStrike">
                <a:solidFill>
                  <a:srgbClr val="000000"/>
                </a:solidFill>
                <a:latin typeface="Verdana"/>
              </a:rPr>
              <a:t>的</a:t>
            </a:r>
            <a:r>
              <a:rPr b="0" lang="en-US" sz="3600" spc="-1" strike="noStrike">
                <a:solidFill>
                  <a:srgbClr val="000000"/>
                </a:solidFill>
                <a:latin typeface="Verdana"/>
              </a:rPr>
              <a:t>XXX</a:t>
            </a:r>
            <a:r>
              <a:rPr b="0" lang="zh-CN" sz="3600" spc="-1" strike="noStrike">
                <a:solidFill>
                  <a:srgbClr val="000000"/>
                </a:solidFill>
                <a:latin typeface="Verdana"/>
              </a:rPr>
              <a:t>的设计与实现</a:t>
            </a: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 </a:t>
            </a:r>
            <a:br>
              <a:rPr sz="3200"/>
            </a:b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4" name="Text Box 6"/>
          <p:cNvSpPr/>
          <p:nvPr/>
        </p:nvSpPr>
        <p:spPr>
          <a:xfrm>
            <a:off x="1835280" y="0"/>
            <a:ext cx="7308720" cy="128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812880" indent="-812880" algn="ctr">
              <a:lnSpc>
                <a:spcPct val="150000"/>
              </a:lnSpc>
              <a:spcBef>
                <a:spcPts val="32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5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25" name="Text Box 7"/>
          <p:cNvSpPr/>
          <p:nvPr/>
        </p:nvSpPr>
        <p:spPr>
          <a:xfrm>
            <a:off x="611280" y="189000"/>
            <a:ext cx="784836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marL="812880" indent="-812880" algn="ctr">
              <a:lnSpc>
                <a:spcPct val="15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cc3300"/>
                </a:solidFill>
                <a:latin typeface="Times New Roman"/>
                <a:ea typeface="华文新魏"/>
              </a:rPr>
              <a:t>2020</a:t>
            </a:r>
            <a:r>
              <a:rPr b="1" lang="zh-CN" sz="3200" spc="-1" strike="noStrike">
                <a:solidFill>
                  <a:srgbClr val="cc3300"/>
                </a:solidFill>
                <a:latin typeface="Times New Roman"/>
                <a:ea typeface="华文新魏"/>
              </a:rPr>
              <a:t>级本科毕业设计开题汇报</a:t>
            </a:r>
            <a:endParaRPr b="0" lang="en-US" sz="3200" spc="-1" strike="noStrike">
              <a:solidFill>
                <a:srgbClr val="cc3300"/>
              </a:solidFill>
              <a:latin typeface="Times New Roman"/>
            </a:endParaRPr>
          </a:p>
        </p:txBody>
      </p:sp>
      <p:sp>
        <p:nvSpPr>
          <p:cNvPr id="126" name="Rectangle 2"/>
          <p:cNvSpPr/>
          <p:nvPr/>
        </p:nvSpPr>
        <p:spPr>
          <a:xfrm>
            <a:off x="2124000" y="3500280"/>
            <a:ext cx="4896000" cy="25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rmAutofit/>
          </a:bodyPr>
          <a:p>
            <a:pPr>
              <a:lnSpc>
                <a:spcPct val="11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  <a:ea typeface="黑体"/>
              </a:rPr>
              <a:t>姓    名：</a:t>
            </a:r>
            <a:br>
              <a:rPr sz="2800"/>
            </a:br>
            <a:r>
              <a:rPr b="0" lang="zh-CN" sz="2800" spc="-1" strike="noStrike">
                <a:solidFill>
                  <a:srgbClr val="000000"/>
                </a:solidFill>
                <a:latin typeface="黑体"/>
                <a:ea typeface="黑体"/>
              </a:rPr>
              <a:t>学    号：</a:t>
            </a:r>
            <a:br>
              <a:rPr sz="2800"/>
            </a:br>
            <a:r>
              <a:rPr b="0" lang="zh-CN" sz="2800" spc="-1" strike="noStrike">
                <a:solidFill>
                  <a:srgbClr val="000000"/>
                </a:solidFill>
                <a:latin typeface="黑体"/>
                <a:ea typeface="黑体"/>
              </a:rPr>
              <a:t>专业班级：</a:t>
            </a:r>
            <a:br>
              <a:rPr sz="2800"/>
            </a:br>
            <a:r>
              <a:rPr b="0" lang="zh-CN" sz="2800" spc="-1" strike="noStrike">
                <a:solidFill>
                  <a:srgbClr val="000000"/>
                </a:solidFill>
                <a:latin typeface="黑体"/>
                <a:ea typeface="黑体"/>
              </a:rPr>
              <a:t>指导教师：</a:t>
            </a:r>
            <a:br>
              <a:rPr sz="2800"/>
            </a:br>
            <a:r>
              <a:rPr b="0" lang="zh-CN" sz="2800" spc="-1" strike="noStrike">
                <a:solidFill>
                  <a:srgbClr val="000000"/>
                </a:solidFill>
                <a:latin typeface="黑体"/>
                <a:ea typeface="黑体"/>
              </a:rPr>
              <a:t>汇报日期：</a:t>
            </a:r>
            <a:r>
              <a:rPr b="0" lang="en-US" sz="2800" spc="-1" strike="noStrike">
                <a:solidFill>
                  <a:srgbClr val="000000"/>
                </a:solidFill>
                <a:latin typeface="黑体"/>
                <a:ea typeface="黑体"/>
              </a:rPr>
              <a:t>2024-3-</a:t>
            </a:r>
            <a:r>
              <a:rPr b="0" lang="en-US" sz="2800" spc="-1" strike="noStrike">
                <a:solidFill>
                  <a:srgbClr val="ff0000"/>
                </a:solidFill>
                <a:latin typeface="黑体"/>
                <a:ea typeface="黑体"/>
              </a:rPr>
              <a:t>XX</a:t>
            </a:r>
            <a:endParaRPr b="0" lang="en-US" sz="28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transition spd="med">
    <p:zoom dir="out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汇报提纲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课题意义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课题综述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课题难点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课题方案和需要条件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计划进度与预期成果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70000"/>
              </a:lnSpc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翻译工作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</p:spTree>
  </p:cSld>
  <p:transition spd="med">
    <p:zoom dir="out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课题意义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本课题来自于</a:t>
            </a: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…</a:t>
            </a: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，主要目标是在</a:t>
            </a: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…</a:t>
            </a: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环境下设计和实现针对</a:t>
            </a: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…</a:t>
            </a:r>
            <a:r>
              <a:rPr b="0" lang="zh-CN" sz="2800" spc="-1" strike="noStrike">
                <a:solidFill>
                  <a:srgbClr val="000000"/>
                </a:solidFill>
                <a:latin typeface="黑体"/>
              </a:rPr>
              <a:t>的系统。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…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…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…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  <a:p>
            <a:pPr lvl="1" marL="907920" indent="-43632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…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</p:spTree>
  </p:cSld>
  <p:transition spd="med">
    <p:zoom dir="out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539280" y="232920"/>
            <a:ext cx="8001000" cy="74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3200" spc="-1" strike="noStrike">
                <a:solidFill>
                  <a:srgbClr val="000000"/>
                </a:solidFill>
                <a:latin typeface="Verdana"/>
              </a:rPr>
              <a:t>课题综述</a:t>
            </a:r>
            <a:endParaRPr b="0" lang="en-US" sz="3200" spc="-1" strike="noStrike">
              <a:solidFill>
                <a:srgbClr val="000000"/>
              </a:solidFill>
              <a:latin typeface="Verdana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539280" y="1341000"/>
            <a:ext cx="8207640" cy="4770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69800" indent="-469800">
              <a:lnSpc>
                <a:spcPct val="120000"/>
              </a:lnSpc>
              <a:spcBef>
                <a:spcPts val="700"/>
              </a:spcBef>
              <a:buClr>
                <a:srgbClr val="cc0000"/>
              </a:buClr>
              <a:buFont typeface="WingDings" charset="2"/>
              <a:buChar char="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黑体"/>
              </a:rPr>
              <a:t>…</a:t>
            </a:r>
            <a:endParaRPr b="0" lang="en-US" sz="2800" spc="-1" strike="noStrike">
              <a:solidFill>
                <a:srgbClr val="000000"/>
              </a:solidFill>
              <a:latin typeface="黑体"/>
            </a:endParaRPr>
          </a:p>
        </p:txBody>
      </p:sp>
    </p:spTree>
  </p:cSld>
  <p:transition spd="med">
    <p:zoom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3"/>
          <p:cNvSpPr/>
          <p:nvPr/>
        </p:nvSpPr>
        <p:spPr>
          <a:xfrm>
            <a:off x="250920" y="2790720"/>
            <a:ext cx="8642160" cy="127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zh-CN" sz="7200" spc="-1" strike="noStrike">
                <a:solidFill>
                  <a:srgbClr val="ff3300"/>
                </a:solidFill>
                <a:latin typeface="华文新魏"/>
                <a:ea typeface="华文新魏"/>
              </a:rPr>
              <a:t>请各位评委老师指导！</a:t>
            </a:r>
            <a:endParaRPr b="0" lang="en-US" sz="7200" spc="-1" strike="noStrike">
              <a:solidFill>
                <a:srgbClr val="cc3300"/>
              </a:solidFill>
              <a:latin typeface="Times New Roman"/>
            </a:endParaRPr>
          </a:p>
        </p:txBody>
      </p:sp>
    </p:spTree>
  </p:cSld>
  <p:transition spd="med">
    <p:zoom dir="out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2009-11-14T15:16:50Z</dcterms:created>
  <dc:creator>王伟</dc:creator>
  <dc:description/>
  <dc:language>en-US</dc:language>
  <cp:lastModifiedBy>GQ</cp:lastModifiedBy>
  <dcterms:modified xsi:type="dcterms:W3CDTF">2024-02-23T11:38:23Z</dcterms:modified>
  <cp:revision>184</cp:revision>
  <dc:subject/>
  <dc:title>幻灯片 1</dc:title>
</cp:coreProperties>
</file>