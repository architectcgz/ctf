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0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15.xml" ContentType="application/vnd.openxmlformats-officedocument.theme+xml"/>
  <Override PartName="/ppt/theme/theme5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2.png" ContentType="image/png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49" r:id="rId3"/>
    <p:sldMasterId id="2147483650" r:id="rId4"/>
    <p:sldMasterId id="2147483652" r:id="rId5"/>
    <p:sldMasterId id="2147483653" r:id="rId6"/>
    <p:sldMasterId id="2147483654" r:id="rId7"/>
    <p:sldMasterId id="2147483655" r:id="rId8"/>
    <p:sldMasterId id="2147483656" r:id="rId9"/>
    <p:sldMasterId id="2147483658" r:id="rId10"/>
    <p:sldMasterId id="2147483659" r:id="rId11"/>
    <p:sldMasterId id="2147483660" r:id="rId12"/>
    <p:sldMasterId id="2147483661" r:id="rId13"/>
    <p:sldMasterId id="2147483662" r:id="rId14"/>
    <p:sldMasterId id="2147483663" r:id="rId15"/>
    <p:sldMasterId id="2147483664" r:id="rId16"/>
  </p:sldMasterIdLst>
  <p:sldIdLst>
    <p:sldId id="256" r:id="rId17"/>
    <p:sldId id="257" r:id="rId18"/>
    <p:sldId id="258" r:id="rId19"/>
    <p:sldId id="259" r:id="rId20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0" r:id="rId2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presProps" Target="presProps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/Relationships>
</file>

<file path=ppt/slideMasters/_rels/slideMaster2.xml.rels><?xml version="1.0" encoding="UTF-8"?>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Masters/_rels/slideMaster3.xml.rels><?xml version="1.0" encoding="UTF-8"?>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/Relationships>
</file>

<file path=ppt/slideMasters/_rels/slideMaster4.xml.rels><?xml version="1.0" encoding="UTF-8"?>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jpeg"/></Relationships>
</file>

<file path=ppt/slideMasters/_rels/slideMaster5.xml.rels><?xml version="1.0" encoding="UTF-8"?>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jpeg"/></Relationships>
</file>

<file path=ppt/slideMasters/_rels/slideMaster6.xml.rels><?xml version="1.0" encoding="UTF-8"?>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jpeg"/></Relationships>
</file>

<file path=ppt/slideMasters/_rels/slideMaster7.xml.rels><?xml version="1.0" encoding="UTF-8"?>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jpeg"/></Relationships>
</file>

<file path=ppt/slideMasters/_rels/slideMaster8.xml.rels><?xml version="1.0" encoding="UTF-8"?>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2.xml"/></Relationships>
</file>

<file path=ppt/slideMasters/_rels/slideMaster9.xml.rels><?xml version="1.0" encoding="UTF-8"?>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jpeg"/></Relationships>
</file>

<file path=ppt/slideMasters/_rels/slideMaster10.xml.rels><?xml version="1.0" encoding="UTF-8"?>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jpeg"/></Relationships>
</file>

<file path=ppt/slideMasters/_rels/slideMaster11.xml.rels><?xml version="1.0" encoding="UTF-8"?>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jpeg"/></Relationships>
</file>

<file path=ppt/slideMasters/_rels/slideMaster12.xml.rels><?xml version="1.0" encoding="UTF-8"?>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jpeg"/></Relationships>
</file>

<file path=ppt/slideMasters/_rels/slideMaster13.xml.rels><?xml version="1.0" encoding="UTF-8"?>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jpeg"/></Relationships>
</file>

<file path=ppt/slideMasters/_rels/slideMaster14.xml.rels><?xml version="1.0" encoding="UTF-8"?>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.jpeg"/></Relationships>
</file>

<file path=ppt/slideMasters/_rels/slideMaster15.xml.rels><?xml version="1.0" encoding="UTF-8"?>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图片 3" descr=""/>
          <p:cNvPicPr/>
          <p:nvPr/>
        </p:nvPicPr>
        <p:blipFill>
          <a:blip r:embed="rId2"/>
          <a:stretch/>
        </p:blipFill>
        <p:spPr>
          <a:xfrm>
            <a:off x="7740720" y="312840"/>
            <a:ext cx="1333440" cy="51120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Verdana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69800" indent="-4698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1" marL="907920" indent="-43632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2" marL="1305000" indent="-39528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3" marL="1693800" indent="-3873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4" marL="2093760" indent="-3981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5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6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</p:txBody>
      </p:sp>
      <p:sp>
        <p:nvSpPr>
          <p:cNvPr id="3" name="AutoShape 4"/>
          <p:cNvSpPr/>
          <p:nvPr/>
        </p:nvSpPr>
        <p:spPr>
          <a:xfrm>
            <a:off x="539640" y="1087560"/>
            <a:ext cx="7958160" cy="109440"/>
          </a:xfrm>
          <a:custGeom>
            <a:avLst/>
            <a:gdLst/>
            <a:ahLst/>
            <a:rect l="l" t="t" r="r" b="b"/>
            <a:pathLst>
              <a:path stroke="0"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4" name="Line 5"/>
          <p:cNvSpPr/>
          <p:nvPr/>
        </p:nvSpPr>
        <p:spPr>
          <a:xfrm>
            <a:off x="609480" y="6172200"/>
            <a:ext cx="7925040" cy="0"/>
          </a:xfrm>
          <a:prstGeom prst="line">
            <a:avLst/>
          </a:prstGeom>
          <a:ln w="3240">
            <a:solidFill>
              <a:srgbClr val="cc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ftr" idx="1"/>
          </p:nvPr>
        </p:nvSpPr>
        <p:spPr>
          <a:xfrm>
            <a:off x="3124080" y="623700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7236000" y="6375240"/>
            <a:ext cx="1369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3B5B94A-8BE2-4F4E-B747-E65BEFABE7E7}" type="slidenum">
              <a:rPr b="0" lang="en-US" sz="1200" spc="-1" strike="noStrike">
                <a:solidFill>
                  <a:srgbClr val="000000"/>
                </a:solidFill>
                <a:latin typeface="Verdana"/>
                <a:ea typeface="宋体"/>
              </a:rPr>
              <a:t>&lt;number&gt;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7" name="日期占位符 3"/>
          <p:cNvSpPr/>
          <p:nvPr/>
        </p:nvSpPr>
        <p:spPr>
          <a:xfrm>
            <a:off x="611280" y="6396120"/>
            <a:ext cx="136980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8E5231F-C7ED-43CF-B8DE-2C11B72511D3}" type="datetime">
              <a:rPr b="0" lang="zh-CN" sz="1200" spc="-1" strike="noStrike">
                <a:solidFill>
                  <a:srgbClr val="000000"/>
                </a:solidFill>
                <a:latin typeface="Verdana"/>
                <a:ea typeface="宋体"/>
              </a:rPr>
              <a:t>26/3/2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3" descr=""/>
          <p:cNvPicPr/>
          <p:nvPr/>
        </p:nvPicPr>
        <p:blipFill>
          <a:blip r:embed="rId2"/>
          <a:stretch/>
        </p:blipFill>
        <p:spPr>
          <a:xfrm>
            <a:off x="7740720" y="312840"/>
            <a:ext cx="1333440" cy="511200"/>
          </a:xfrm>
          <a:prstGeom prst="rect">
            <a:avLst/>
          </a:prstGeom>
          <a:ln w="0">
            <a:noFill/>
          </a:ln>
        </p:spPr>
      </p:pic>
      <p:sp>
        <p:nvSpPr>
          <p:cNvPr id="9" name="AutoShape 4"/>
          <p:cNvSpPr/>
          <p:nvPr/>
        </p:nvSpPr>
        <p:spPr>
          <a:xfrm>
            <a:off x="539640" y="1087560"/>
            <a:ext cx="7958160" cy="109440"/>
          </a:xfrm>
          <a:custGeom>
            <a:avLst/>
            <a:gdLst/>
            <a:ahLst/>
            <a:rect l="l" t="t" r="r" b="b"/>
            <a:pathLst>
              <a:path stroke="0"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10" name="Line 5"/>
          <p:cNvSpPr/>
          <p:nvPr/>
        </p:nvSpPr>
        <p:spPr>
          <a:xfrm>
            <a:off x="609480" y="6172200"/>
            <a:ext cx="7925040" cy="0"/>
          </a:xfrm>
          <a:prstGeom prst="line">
            <a:avLst/>
          </a:prstGeom>
          <a:ln w="3240">
            <a:solidFill>
              <a:srgbClr val="cc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11" name="Rectangle 6"/>
          <p:cNvSpPr/>
          <p:nvPr/>
        </p:nvSpPr>
        <p:spPr>
          <a:xfrm>
            <a:off x="7236000" y="6375240"/>
            <a:ext cx="1369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7FA871A-95E9-476F-97B9-F0B6EFBF73C7}" type="slidenum">
              <a:rPr b="0" lang="en-US" sz="1200" spc="-1" strike="noStrike">
                <a:solidFill>
                  <a:srgbClr val="000000"/>
                </a:solidFill>
                <a:latin typeface="Verdana"/>
                <a:ea typeface="宋体"/>
              </a:rPr>
              <a:t>&lt;number&gt;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12" name="日期占位符 3"/>
          <p:cNvSpPr/>
          <p:nvPr/>
        </p:nvSpPr>
        <p:spPr>
          <a:xfrm>
            <a:off x="611280" y="6396120"/>
            <a:ext cx="136980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C7909BF-8634-48CE-A851-71EF0B06332E}" type="datetime">
              <a:rPr b="0" lang="zh-CN" sz="1200" spc="-1" strike="noStrike">
                <a:solidFill>
                  <a:srgbClr val="000000"/>
                </a:solidFill>
                <a:latin typeface="Verdana"/>
                <a:ea typeface="宋体"/>
              </a:rPr>
              <a:t>26/3/2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13" name="AutoShape 7"/>
          <p:cNvSpPr/>
          <p:nvPr/>
        </p:nvSpPr>
        <p:spPr>
          <a:xfrm>
            <a:off x="684360" y="2708280"/>
            <a:ext cx="7772400" cy="109440"/>
          </a:xfrm>
          <a:custGeom>
            <a:avLst/>
            <a:gdLst/>
            <a:ahLst/>
            <a:rect l="l" t="t" r="r" b="b"/>
            <a:pathLst>
              <a:path stroke="0" w="1000" h="100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pic>
        <p:nvPicPr>
          <p:cNvPr id="14" name="Picture 15" descr="050907c"/>
          <p:cNvPicPr/>
          <p:nvPr/>
        </p:nvPicPr>
        <p:blipFill>
          <a:blip r:embed="rId3"/>
          <a:srcRect l="0" t="0" r="0" b="12883"/>
          <a:stretch/>
        </p:blipFill>
        <p:spPr>
          <a:xfrm>
            <a:off x="4282920" y="2421000"/>
            <a:ext cx="3168720" cy="2952720"/>
          </a:xfrm>
          <a:prstGeom prst="rect">
            <a:avLst/>
          </a:prstGeom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Verdana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69800" indent="-4698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1" marL="907920" indent="-43632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2" marL="1305000" indent="-39528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3" marL="1693800" indent="-3873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4" marL="2093760" indent="-3981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5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6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2"/>
          </p:nvPr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zh-CN" sz="1200" spc="-1" strike="noStrike">
                <a:solidFill>
                  <a:srgbClr val="000000"/>
                </a:solidFill>
                <a:latin typeface="Verdana"/>
                <a:ea typeface="宋体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C2EC0C7-8589-445E-9B33-5B1AD90333B5}" type="datetime">
              <a:rPr b="0" lang="zh-CN" sz="1200" spc="-1" strike="noStrike">
                <a:solidFill>
                  <a:srgbClr val="000000"/>
                </a:solidFill>
                <a:latin typeface="Verdana"/>
                <a:ea typeface="宋体"/>
              </a:rPr>
              <a:t>26/3/2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3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3" descr=""/>
          <p:cNvPicPr/>
          <p:nvPr/>
        </p:nvPicPr>
        <p:blipFill>
          <a:blip r:embed="rId2"/>
          <a:stretch/>
        </p:blipFill>
        <p:spPr>
          <a:xfrm>
            <a:off x="7740720" y="312840"/>
            <a:ext cx="1333440" cy="511200"/>
          </a:xfrm>
          <a:prstGeom prst="rect">
            <a:avLst/>
          </a:prstGeom>
          <a:ln w="0">
            <a:noFill/>
          </a:ln>
        </p:spPr>
      </p:pic>
      <p:sp>
        <p:nvSpPr>
          <p:cNvPr id="20" name="AutoShape 4"/>
          <p:cNvSpPr/>
          <p:nvPr/>
        </p:nvSpPr>
        <p:spPr>
          <a:xfrm>
            <a:off x="539640" y="1087560"/>
            <a:ext cx="7958160" cy="109440"/>
          </a:xfrm>
          <a:custGeom>
            <a:avLst/>
            <a:gdLst/>
            <a:ahLst/>
            <a:rect l="l" t="t" r="r" b="b"/>
            <a:pathLst>
              <a:path stroke="0"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21" name="Line 5"/>
          <p:cNvSpPr/>
          <p:nvPr/>
        </p:nvSpPr>
        <p:spPr>
          <a:xfrm>
            <a:off x="609480" y="6172200"/>
            <a:ext cx="7925040" cy="0"/>
          </a:xfrm>
          <a:prstGeom prst="line">
            <a:avLst/>
          </a:prstGeom>
          <a:ln w="3240">
            <a:solidFill>
              <a:srgbClr val="cc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22" name="Rectangle 6"/>
          <p:cNvSpPr/>
          <p:nvPr/>
        </p:nvSpPr>
        <p:spPr>
          <a:xfrm>
            <a:off x="7236000" y="6375240"/>
            <a:ext cx="1369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66E0718-BFA6-491F-83A7-2664ED03F9F5}" type="slidenum">
              <a:rPr b="0" lang="en-US" sz="1200" spc="-1" strike="noStrike">
                <a:solidFill>
                  <a:srgbClr val="000000"/>
                </a:solidFill>
                <a:latin typeface="Verdana"/>
                <a:ea typeface="宋体"/>
              </a:rPr>
              <a:t>&lt;number&gt;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23" name="日期占位符 3"/>
          <p:cNvSpPr/>
          <p:nvPr/>
        </p:nvSpPr>
        <p:spPr>
          <a:xfrm>
            <a:off x="611280" y="6396120"/>
            <a:ext cx="136980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DC27F9C-70BF-4735-86E7-4472BFC8F493}" type="datetime">
              <a:rPr b="0" lang="zh-CN" sz="1200" spc="-1" strike="noStrike">
                <a:solidFill>
                  <a:srgbClr val="000000"/>
                </a:solidFill>
                <a:latin typeface="Verdana"/>
                <a:ea typeface="宋体"/>
              </a:rPr>
              <a:t>26/3/2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Verdana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69800" indent="-4698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1" marL="907920" indent="-43632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2" marL="1305000" indent="-39528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3" marL="1693800" indent="-3873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4" marL="2093760" indent="-3981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5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6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ftr" idx="4"/>
          </p:nvPr>
        </p:nvSpPr>
        <p:spPr>
          <a:xfrm>
            <a:off x="3124080" y="623700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3" descr=""/>
          <p:cNvPicPr/>
          <p:nvPr/>
        </p:nvPicPr>
        <p:blipFill>
          <a:blip r:embed="rId2"/>
          <a:stretch/>
        </p:blipFill>
        <p:spPr>
          <a:xfrm>
            <a:off x="7740720" y="312840"/>
            <a:ext cx="1333440" cy="511200"/>
          </a:xfrm>
          <a:prstGeom prst="rect">
            <a:avLst/>
          </a:prstGeom>
          <a:ln w="0">
            <a:noFill/>
          </a:ln>
        </p:spPr>
      </p:pic>
      <p:sp>
        <p:nvSpPr>
          <p:cNvPr id="28" name="AutoShape 4"/>
          <p:cNvSpPr/>
          <p:nvPr/>
        </p:nvSpPr>
        <p:spPr>
          <a:xfrm>
            <a:off x="539640" y="1087560"/>
            <a:ext cx="7958160" cy="109440"/>
          </a:xfrm>
          <a:custGeom>
            <a:avLst/>
            <a:gdLst/>
            <a:ahLst/>
            <a:rect l="l" t="t" r="r" b="b"/>
            <a:pathLst>
              <a:path stroke="0"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29" name="Line 5"/>
          <p:cNvSpPr/>
          <p:nvPr/>
        </p:nvSpPr>
        <p:spPr>
          <a:xfrm>
            <a:off x="609480" y="6172200"/>
            <a:ext cx="7925040" cy="0"/>
          </a:xfrm>
          <a:prstGeom prst="line">
            <a:avLst/>
          </a:prstGeom>
          <a:ln w="3240">
            <a:solidFill>
              <a:srgbClr val="cc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30" name="Rectangle 6"/>
          <p:cNvSpPr/>
          <p:nvPr/>
        </p:nvSpPr>
        <p:spPr>
          <a:xfrm>
            <a:off x="7236000" y="6375240"/>
            <a:ext cx="1369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F71252C-71BD-4A5E-9123-15CEFE0B3199}" type="slidenum">
              <a:rPr b="0" lang="en-US" sz="1200" spc="-1" strike="noStrike">
                <a:solidFill>
                  <a:srgbClr val="000000"/>
                </a:solidFill>
                <a:latin typeface="Verdana"/>
                <a:ea typeface="宋体"/>
              </a:rPr>
              <a:t>&lt;number&gt;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31" name="日期占位符 3"/>
          <p:cNvSpPr/>
          <p:nvPr/>
        </p:nvSpPr>
        <p:spPr>
          <a:xfrm>
            <a:off x="611280" y="6396120"/>
            <a:ext cx="136980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34E620A-58D3-46EA-AC23-DB5C5FB8E2E8}" type="datetime">
              <a:rPr b="0" lang="zh-CN" sz="1200" spc="-1" strike="noStrike">
                <a:solidFill>
                  <a:srgbClr val="000000"/>
                </a:solidFill>
                <a:latin typeface="Verdana"/>
                <a:ea typeface="宋体"/>
              </a:rPr>
              <a:t>26/3/2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Verdana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69800" indent="-4698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1" marL="907920" indent="-43632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2" marL="1305000" indent="-39528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3" marL="1693800" indent="-3873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4" marL="2093760" indent="-3981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5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6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ftr" idx="5"/>
          </p:nvPr>
        </p:nvSpPr>
        <p:spPr>
          <a:xfrm>
            <a:off x="3124080" y="623700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" descr=""/>
          <p:cNvPicPr/>
          <p:nvPr/>
        </p:nvPicPr>
        <p:blipFill>
          <a:blip r:embed="rId2"/>
          <a:stretch/>
        </p:blipFill>
        <p:spPr>
          <a:xfrm>
            <a:off x="7740720" y="312840"/>
            <a:ext cx="1333440" cy="511200"/>
          </a:xfrm>
          <a:prstGeom prst="rect">
            <a:avLst/>
          </a:prstGeom>
          <a:ln w="0">
            <a:noFill/>
          </a:ln>
        </p:spPr>
      </p:pic>
      <p:sp>
        <p:nvSpPr>
          <p:cNvPr id="36" name="AutoShape 4"/>
          <p:cNvSpPr/>
          <p:nvPr/>
        </p:nvSpPr>
        <p:spPr>
          <a:xfrm>
            <a:off x="539640" y="1087560"/>
            <a:ext cx="7958160" cy="109440"/>
          </a:xfrm>
          <a:custGeom>
            <a:avLst/>
            <a:gdLst/>
            <a:ahLst/>
            <a:rect l="l" t="t" r="r" b="b"/>
            <a:pathLst>
              <a:path stroke="0"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37" name="Line 5"/>
          <p:cNvSpPr/>
          <p:nvPr/>
        </p:nvSpPr>
        <p:spPr>
          <a:xfrm>
            <a:off x="609480" y="6172200"/>
            <a:ext cx="7925040" cy="0"/>
          </a:xfrm>
          <a:prstGeom prst="line">
            <a:avLst/>
          </a:prstGeom>
          <a:ln w="3240">
            <a:solidFill>
              <a:srgbClr val="cc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38" name="Rectangle 6"/>
          <p:cNvSpPr/>
          <p:nvPr/>
        </p:nvSpPr>
        <p:spPr>
          <a:xfrm>
            <a:off x="7236000" y="6375240"/>
            <a:ext cx="1369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CB40751-2024-4A39-A419-A010BED18EAF}" type="slidenum">
              <a:rPr b="0" lang="en-US" sz="1200" spc="-1" strike="noStrike">
                <a:solidFill>
                  <a:srgbClr val="000000"/>
                </a:solidFill>
                <a:latin typeface="Verdana"/>
                <a:ea typeface="宋体"/>
              </a:rPr>
              <a:t>&lt;number&gt;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39" name="日期占位符 3"/>
          <p:cNvSpPr/>
          <p:nvPr/>
        </p:nvSpPr>
        <p:spPr>
          <a:xfrm>
            <a:off x="611280" y="6396120"/>
            <a:ext cx="136980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7E13383-68C0-4E8C-BCA2-BBDFAD3DE1A3}" type="datetime">
              <a:rPr b="0" lang="zh-CN" sz="1200" spc="-1" strike="noStrike">
                <a:solidFill>
                  <a:srgbClr val="000000"/>
                </a:solidFill>
                <a:latin typeface="Verdana"/>
                <a:ea typeface="宋体"/>
              </a:rPr>
              <a:t>26/3/2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Verdana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69800" indent="-4698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1" marL="907920" indent="-43632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2" marL="1305000" indent="-39528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3" marL="1693800" indent="-3873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4" marL="2093760" indent="-3981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5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6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6"/>
          </p:nvPr>
        </p:nvSpPr>
        <p:spPr>
          <a:xfrm>
            <a:off x="3124080" y="623700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3" descr=""/>
          <p:cNvPicPr/>
          <p:nvPr/>
        </p:nvPicPr>
        <p:blipFill>
          <a:blip r:embed="rId2"/>
          <a:stretch/>
        </p:blipFill>
        <p:spPr>
          <a:xfrm>
            <a:off x="7740720" y="312840"/>
            <a:ext cx="1333440" cy="511200"/>
          </a:xfrm>
          <a:prstGeom prst="rect">
            <a:avLst/>
          </a:prstGeom>
          <a:ln w="0">
            <a:noFill/>
          </a:ln>
        </p:spPr>
      </p:pic>
      <p:sp>
        <p:nvSpPr>
          <p:cNvPr id="44" name="AutoShape 4"/>
          <p:cNvSpPr/>
          <p:nvPr/>
        </p:nvSpPr>
        <p:spPr>
          <a:xfrm>
            <a:off x="539640" y="1087560"/>
            <a:ext cx="7958160" cy="109440"/>
          </a:xfrm>
          <a:custGeom>
            <a:avLst/>
            <a:gdLst/>
            <a:ahLst/>
            <a:rect l="l" t="t" r="r" b="b"/>
            <a:pathLst>
              <a:path stroke="0"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45" name="Line 5"/>
          <p:cNvSpPr/>
          <p:nvPr/>
        </p:nvSpPr>
        <p:spPr>
          <a:xfrm>
            <a:off x="609480" y="6172200"/>
            <a:ext cx="7925040" cy="0"/>
          </a:xfrm>
          <a:prstGeom prst="line">
            <a:avLst/>
          </a:prstGeom>
          <a:ln w="3240">
            <a:solidFill>
              <a:srgbClr val="cc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46" name="Rectangle 6"/>
          <p:cNvSpPr/>
          <p:nvPr/>
        </p:nvSpPr>
        <p:spPr>
          <a:xfrm>
            <a:off x="7236000" y="6375240"/>
            <a:ext cx="1369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696A2B0-48E5-42B0-BF7C-28E6C2590A42}" type="slidenum">
              <a:rPr b="0" lang="en-US" sz="1200" spc="-1" strike="noStrike">
                <a:solidFill>
                  <a:srgbClr val="000000"/>
                </a:solidFill>
                <a:latin typeface="Verdana"/>
                <a:ea typeface="宋体"/>
              </a:rPr>
              <a:t>&lt;number&gt;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47" name="日期占位符 3"/>
          <p:cNvSpPr/>
          <p:nvPr/>
        </p:nvSpPr>
        <p:spPr>
          <a:xfrm>
            <a:off x="611280" y="6396120"/>
            <a:ext cx="136980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1B65CE0-C0B1-4BCB-B3AE-D483183890B6}" type="datetime">
              <a:rPr b="0" lang="zh-CN" sz="1200" spc="-1" strike="noStrike">
                <a:solidFill>
                  <a:srgbClr val="000000"/>
                </a:solidFill>
                <a:latin typeface="Verdana"/>
                <a:ea typeface="宋体"/>
              </a:rPr>
              <a:t>26/3/2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Verdana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69800" indent="-4698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1" marL="907920" indent="-43632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2" marL="1305000" indent="-39528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3" marL="1693800" indent="-3873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4" marL="2093760" indent="-3981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5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6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ftr" idx="7"/>
          </p:nvPr>
        </p:nvSpPr>
        <p:spPr>
          <a:xfrm>
            <a:off x="3124080" y="623700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图片 3" descr=""/>
          <p:cNvPicPr/>
          <p:nvPr/>
        </p:nvPicPr>
        <p:blipFill>
          <a:blip r:embed="rId2"/>
          <a:stretch/>
        </p:blipFill>
        <p:spPr>
          <a:xfrm>
            <a:off x="7740720" y="312840"/>
            <a:ext cx="1333440" cy="511200"/>
          </a:xfrm>
          <a:prstGeom prst="rect">
            <a:avLst/>
          </a:prstGeom>
          <a:ln w="0">
            <a:noFill/>
          </a:ln>
        </p:spPr>
      </p:pic>
      <p:sp>
        <p:nvSpPr>
          <p:cNvPr id="52" name="AutoShape 4"/>
          <p:cNvSpPr/>
          <p:nvPr/>
        </p:nvSpPr>
        <p:spPr>
          <a:xfrm>
            <a:off x="539640" y="1087560"/>
            <a:ext cx="7958160" cy="109440"/>
          </a:xfrm>
          <a:custGeom>
            <a:avLst/>
            <a:gdLst/>
            <a:ahLst/>
            <a:rect l="l" t="t" r="r" b="b"/>
            <a:pathLst>
              <a:path stroke="0"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53" name="Line 5"/>
          <p:cNvSpPr/>
          <p:nvPr/>
        </p:nvSpPr>
        <p:spPr>
          <a:xfrm>
            <a:off x="609480" y="6172200"/>
            <a:ext cx="7925040" cy="0"/>
          </a:xfrm>
          <a:prstGeom prst="line">
            <a:avLst/>
          </a:prstGeom>
          <a:ln w="3240">
            <a:solidFill>
              <a:srgbClr val="cc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54" name="Rectangle 6"/>
          <p:cNvSpPr/>
          <p:nvPr/>
        </p:nvSpPr>
        <p:spPr>
          <a:xfrm>
            <a:off x="7236000" y="6375240"/>
            <a:ext cx="1369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FF3BDA9-B0B8-4703-B9F4-C62546D8C3B4}" type="slidenum">
              <a:rPr b="0" lang="en-US" sz="1200" spc="-1" strike="noStrike">
                <a:solidFill>
                  <a:srgbClr val="000000"/>
                </a:solidFill>
                <a:latin typeface="Verdana"/>
                <a:ea typeface="宋体"/>
              </a:rPr>
              <a:t>&lt;number&gt;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55" name="日期占位符 3"/>
          <p:cNvSpPr/>
          <p:nvPr/>
        </p:nvSpPr>
        <p:spPr>
          <a:xfrm>
            <a:off x="611280" y="6396120"/>
            <a:ext cx="136980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BAADC6A-82B6-40CC-9043-B448D3654750}" type="datetime">
              <a:rPr b="0" lang="zh-CN" sz="1200" spc="-1" strike="noStrike">
                <a:solidFill>
                  <a:srgbClr val="000000"/>
                </a:solidFill>
                <a:latin typeface="Verdana"/>
                <a:ea typeface="宋体"/>
              </a:rPr>
              <a:t>26/3/2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Verdana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69800" indent="-4698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1" marL="907920" indent="-43632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2" marL="1305000" indent="-39528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3" marL="1693800" indent="-3873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4" marL="2093760" indent="-3981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5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6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ftr" idx="8"/>
          </p:nvPr>
        </p:nvSpPr>
        <p:spPr>
          <a:xfrm>
            <a:off x="3124080" y="623700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图片 3" descr=""/>
          <p:cNvPicPr/>
          <p:nvPr/>
        </p:nvPicPr>
        <p:blipFill>
          <a:blip r:embed="rId2"/>
          <a:stretch/>
        </p:blipFill>
        <p:spPr>
          <a:xfrm>
            <a:off x="7740720" y="312840"/>
            <a:ext cx="1333440" cy="511200"/>
          </a:xfrm>
          <a:prstGeom prst="rect">
            <a:avLst/>
          </a:prstGeom>
          <a:ln w="0">
            <a:noFill/>
          </a:ln>
        </p:spPr>
      </p:pic>
      <p:sp>
        <p:nvSpPr>
          <p:cNvPr id="60" name="AutoShape 4"/>
          <p:cNvSpPr/>
          <p:nvPr/>
        </p:nvSpPr>
        <p:spPr>
          <a:xfrm>
            <a:off x="539640" y="1087560"/>
            <a:ext cx="7958160" cy="109440"/>
          </a:xfrm>
          <a:custGeom>
            <a:avLst/>
            <a:gdLst/>
            <a:ahLst/>
            <a:rect l="l" t="t" r="r" b="b"/>
            <a:pathLst>
              <a:path stroke="0"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61" name="Line 5"/>
          <p:cNvSpPr/>
          <p:nvPr/>
        </p:nvSpPr>
        <p:spPr>
          <a:xfrm>
            <a:off x="609480" y="6172200"/>
            <a:ext cx="7925040" cy="0"/>
          </a:xfrm>
          <a:prstGeom prst="line">
            <a:avLst/>
          </a:prstGeom>
          <a:ln w="3240">
            <a:solidFill>
              <a:srgbClr val="cc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62" name="Rectangle 6"/>
          <p:cNvSpPr/>
          <p:nvPr/>
        </p:nvSpPr>
        <p:spPr>
          <a:xfrm>
            <a:off x="7236000" y="6375240"/>
            <a:ext cx="1369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B74CFC8-6E09-448B-A8C4-95F03FE6B54C}" type="slidenum">
              <a:rPr b="0" lang="en-US" sz="1200" spc="-1" strike="noStrike">
                <a:solidFill>
                  <a:srgbClr val="000000"/>
                </a:solidFill>
                <a:latin typeface="Verdana"/>
                <a:ea typeface="宋体"/>
              </a:rPr>
              <a:t>&lt;number&gt;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63" name="日期占位符 3"/>
          <p:cNvSpPr/>
          <p:nvPr/>
        </p:nvSpPr>
        <p:spPr>
          <a:xfrm>
            <a:off x="611280" y="6396120"/>
            <a:ext cx="136980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91C0994-4395-4036-835A-14B503733B33}" type="datetime">
              <a:rPr b="0" lang="zh-CN" sz="1200" spc="-1" strike="noStrike">
                <a:solidFill>
                  <a:srgbClr val="000000"/>
                </a:solidFill>
                <a:latin typeface="Verdana"/>
                <a:ea typeface="宋体"/>
              </a:rPr>
              <a:t>26/3/2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Verdana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69800" indent="-4698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1" marL="907920" indent="-43632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2" marL="1305000" indent="-39528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3" marL="1693800" indent="-3873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4" marL="2093760" indent="-3981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5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6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ftr" idx="9"/>
          </p:nvPr>
        </p:nvSpPr>
        <p:spPr>
          <a:xfrm>
            <a:off x="3124080" y="623700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图片 3" descr=""/>
          <p:cNvPicPr/>
          <p:nvPr/>
        </p:nvPicPr>
        <p:blipFill>
          <a:blip r:embed="rId2"/>
          <a:stretch/>
        </p:blipFill>
        <p:spPr>
          <a:xfrm>
            <a:off x="7740720" y="312840"/>
            <a:ext cx="1333440" cy="511200"/>
          </a:xfrm>
          <a:prstGeom prst="rect">
            <a:avLst/>
          </a:prstGeom>
          <a:ln w="0">
            <a:noFill/>
          </a:ln>
        </p:spPr>
      </p:pic>
      <p:sp>
        <p:nvSpPr>
          <p:cNvPr id="68" name="AutoShape 4"/>
          <p:cNvSpPr/>
          <p:nvPr/>
        </p:nvSpPr>
        <p:spPr>
          <a:xfrm>
            <a:off x="539640" y="1087560"/>
            <a:ext cx="7958160" cy="109440"/>
          </a:xfrm>
          <a:custGeom>
            <a:avLst/>
            <a:gdLst/>
            <a:ahLst/>
            <a:rect l="l" t="t" r="r" b="b"/>
            <a:pathLst>
              <a:path stroke="0"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69" name="Line 5"/>
          <p:cNvSpPr/>
          <p:nvPr/>
        </p:nvSpPr>
        <p:spPr>
          <a:xfrm>
            <a:off x="609480" y="6172200"/>
            <a:ext cx="7925040" cy="0"/>
          </a:xfrm>
          <a:prstGeom prst="line">
            <a:avLst/>
          </a:prstGeom>
          <a:ln w="3240">
            <a:solidFill>
              <a:srgbClr val="cc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70" name="Rectangle 6"/>
          <p:cNvSpPr/>
          <p:nvPr/>
        </p:nvSpPr>
        <p:spPr>
          <a:xfrm>
            <a:off x="7236000" y="6375240"/>
            <a:ext cx="1369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D140C3D-38C6-43F6-83B7-BBB3A5C72579}" type="slidenum">
              <a:rPr b="0" lang="en-US" sz="1200" spc="-1" strike="noStrike">
                <a:solidFill>
                  <a:srgbClr val="000000"/>
                </a:solidFill>
                <a:latin typeface="Verdana"/>
                <a:ea typeface="宋体"/>
              </a:rPr>
              <a:t>&lt;number&gt;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71" name="日期占位符 3"/>
          <p:cNvSpPr/>
          <p:nvPr/>
        </p:nvSpPr>
        <p:spPr>
          <a:xfrm>
            <a:off x="611280" y="6396120"/>
            <a:ext cx="136980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7CCA438-2D93-47C4-81AC-8F9A3F7B02EF}" type="datetime">
              <a:rPr b="0" lang="zh-CN" sz="1200" spc="-1" strike="noStrike">
                <a:solidFill>
                  <a:srgbClr val="000000"/>
                </a:solidFill>
                <a:latin typeface="Verdana"/>
                <a:ea typeface="宋体"/>
              </a:rPr>
              <a:t>26/3/2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Verdana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69800" indent="-4698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1" marL="907920" indent="-43632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2" marL="1305000" indent="-39528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3" marL="1693800" indent="-3873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4" marL="2093760" indent="-3981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5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6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ftr" idx="10"/>
          </p:nvPr>
        </p:nvSpPr>
        <p:spPr>
          <a:xfrm>
            <a:off x="3124080" y="623700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图片 3" descr=""/>
          <p:cNvPicPr/>
          <p:nvPr/>
        </p:nvPicPr>
        <p:blipFill>
          <a:blip r:embed="rId2"/>
          <a:stretch/>
        </p:blipFill>
        <p:spPr>
          <a:xfrm>
            <a:off x="7740720" y="312840"/>
            <a:ext cx="1333440" cy="511200"/>
          </a:xfrm>
          <a:prstGeom prst="rect">
            <a:avLst/>
          </a:prstGeom>
          <a:ln w="0">
            <a:noFill/>
          </a:ln>
        </p:spPr>
      </p:pic>
      <p:sp>
        <p:nvSpPr>
          <p:cNvPr id="76" name="AutoShape 4"/>
          <p:cNvSpPr/>
          <p:nvPr/>
        </p:nvSpPr>
        <p:spPr>
          <a:xfrm>
            <a:off x="539640" y="1087560"/>
            <a:ext cx="7958160" cy="109440"/>
          </a:xfrm>
          <a:custGeom>
            <a:avLst/>
            <a:gdLst/>
            <a:ahLst/>
            <a:rect l="l" t="t" r="r" b="b"/>
            <a:pathLst>
              <a:path stroke="0"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77" name="Line 5"/>
          <p:cNvSpPr/>
          <p:nvPr/>
        </p:nvSpPr>
        <p:spPr>
          <a:xfrm>
            <a:off x="609480" y="6172200"/>
            <a:ext cx="7925040" cy="0"/>
          </a:xfrm>
          <a:prstGeom prst="line">
            <a:avLst/>
          </a:prstGeom>
          <a:ln w="3240">
            <a:solidFill>
              <a:srgbClr val="cc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78" name="Rectangle 6"/>
          <p:cNvSpPr/>
          <p:nvPr/>
        </p:nvSpPr>
        <p:spPr>
          <a:xfrm>
            <a:off x="7236000" y="6375240"/>
            <a:ext cx="1369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88343B1-A45F-4B61-94E7-80FDEBA9126F}" type="slidenum">
              <a:rPr b="0" lang="en-US" sz="1200" spc="-1" strike="noStrike">
                <a:solidFill>
                  <a:srgbClr val="000000"/>
                </a:solidFill>
                <a:latin typeface="Verdana"/>
                <a:ea typeface="宋体"/>
              </a:rPr>
              <a:t>&lt;number&gt;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79" name="日期占位符 3"/>
          <p:cNvSpPr/>
          <p:nvPr/>
        </p:nvSpPr>
        <p:spPr>
          <a:xfrm>
            <a:off x="611280" y="6396120"/>
            <a:ext cx="136980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4220F27-4EF3-4051-81EB-5BF885C1C46A}" type="datetime">
              <a:rPr b="0" lang="zh-CN" sz="1200" spc="-1" strike="noStrike">
                <a:solidFill>
                  <a:srgbClr val="000000"/>
                </a:solidFill>
                <a:latin typeface="Verdana"/>
                <a:ea typeface="宋体"/>
              </a:rPr>
              <a:t>26/3/2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Verdana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69800" indent="-4698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1" marL="907920" indent="-43632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2" marL="1305000" indent="-39528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3" marL="1693800" indent="-3873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4" marL="2093760" indent="-3981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5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6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ftr" idx="11"/>
          </p:nvPr>
        </p:nvSpPr>
        <p:spPr>
          <a:xfrm>
            <a:off x="3124080" y="623700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图片 3" descr=""/>
          <p:cNvPicPr/>
          <p:nvPr/>
        </p:nvPicPr>
        <p:blipFill>
          <a:blip r:embed="rId2"/>
          <a:stretch/>
        </p:blipFill>
        <p:spPr>
          <a:xfrm>
            <a:off x="7740720" y="312840"/>
            <a:ext cx="1333440" cy="511200"/>
          </a:xfrm>
          <a:prstGeom prst="rect">
            <a:avLst/>
          </a:prstGeom>
          <a:ln w="0">
            <a:noFill/>
          </a:ln>
        </p:spPr>
      </p:pic>
      <p:sp>
        <p:nvSpPr>
          <p:cNvPr id="84" name="AutoShape 4"/>
          <p:cNvSpPr/>
          <p:nvPr/>
        </p:nvSpPr>
        <p:spPr>
          <a:xfrm>
            <a:off x="539640" y="1087560"/>
            <a:ext cx="7958160" cy="109440"/>
          </a:xfrm>
          <a:custGeom>
            <a:avLst/>
            <a:gdLst/>
            <a:ahLst/>
            <a:rect l="l" t="t" r="r" b="b"/>
            <a:pathLst>
              <a:path stroke="0"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85" name="Line 5"/>
          <p:cNvSpPr/>
          <p:nvPr/>
        </p:nvSpPr>
        <p:spPr>
          <a:xfrm>
            <a:off x="609480" y="6172200"/>
            <a:ext cx="7925040" cy="0"/>
          </a:xfrm>
          <a:prstGeom prst="line">
            <a:avLst/>
          </a:prstGeom>
          <a:ln w="3240">
            <a:solidFill>
              <a:srgbClr val="cc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86" name="Rectangle 6"/>
          <p:cNvSpPr/>
          <p:nvPr/>
        </p:nvSpPr>
        <p:spPr>
          <a:xfrm>
            <a:off x="7236000" y="6375240"/>
            <a:ext cx="1369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5D4BAA1-83C6-41B1-8244-24B32A583699}" type="slidenum">
              <a:rPr b="0" lang="en-US" sz="1200" spc="-1" strike="noStrike">
                <a:solidFill>
                  <a:srgbClr val="000000"/>
                </a:solidFill>
                <a:latin typeface="Verdana"/>
                <a:ea typeface="宋体"/>
              </a:rPr>
              <a:t>&lt;number&gt;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87" name="日期占位符 3"/>
          <p:cNvSpPr/>
          <p:nvPr/>
        </p:nvSpPr>
        <p:spPr>
          <a:xfrm>
            <a:off x="611280" y="6396120"/>
            <a:ext cx="136980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E23803D-56B4-42D9-9F50-592AA6CD17C1}" type="datetime">
              <a:rPr b="0" lang="zh-CN" sz="1200" spc="-1" strike="noStrike">
                <a:solidFill>
                  <a:srgbClr val="000000"/>
                </a:solidFill>
                <a:latin typeface="Verdana"/>
                <a:ea typeface="宋体"/>
              </a:rPr>
              <a:t>26/3/2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Verdana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69800" indent="-4698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1" marL="907920" indent="-43632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2" marL="1305000" indent="-39528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3" marL="1693800" indent="-3873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4" marL="2093760" indent="-3981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5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6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ftr" idx="12"/>
          </p:nvPr>
        </p:nvSpPr>
        <p:spPr>
          <a:xfrm>
            <a:off x="3124080" y="623700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图片 3" descr=""/>
          <p:cNvPicPr/>
          <p:nvPr/>
        </p:nvPicPr>
        <p:blipFill>
          <a:blip r:embed="rId2"/>
          <a:stretch/>
        </p:blipFill>
        <p:spPr>
          <a:xfrm>
            <a:off x="7740720" y="312840"/>
            <a:ext cx="1333440" cy="511200"/>
          </a:xfrm>
          <a:prstGeom prst="rect">
            <a:avLst/>
          </a:prstGeom>
          <a:ln w="0">
            <a:noFill/>
          </a:ln>
        </p:spPr>
      </p:pic>
      <p:sp>
        <p:nvSpPr>
          <p:cNvPr id="92" name="AutoShape 4"/>
          <p:cNvSpPr/>
          <p:nvPr/>
        </p:nvSpPr>
        <p:spPr>
          <a:xfrm>
            <a:off x="539640" y="1087560"/>
            <a:ext cx="7958160" cy="109440"/>
          </a:xfrm>
          <a:custGeom>
            <a:avLst/>
            <a:gdLst/>
            <a:ahLst/>
            <a:rect l="l" t="t" r="r" b="b"/>
            <a:pathLst>
              <a:path stroke="0"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93" name="Line 5"/>
          <p:cNvSpPr/>
          <p:nvPr/>
        </p:nvSpPr>
        <p:spPr>
          <a:xfrm>
            <a:off x="609480" y="6172200"/>
            <a:ext cx="7925040" cy="0"/>
          </a:xfrm>
          <a:prstGeom prst="line">
            <a:avLst/>
          </a:prstGeom>
          <a:ln w="3240">
            <a:solidFill>
              <a:srgbClr val="cc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94" name="Rectangle 6"/>
          <p:cNvSpPr/>
          <p:nvPr/>
        </p:nvSpPr>
        <p:spPr>
          <a:xfrm>
            <a:off x="7236000" y="6375240"/>
            <a:ext cx="1369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214795D-B62E-41D6-B1AA-C90653A56ACA}" type="slidenum">
              <a:rPr b="0" lang="en-US" sz="1200" spc="-1" strike="noStrike">
                <a:solidFill>
                  <a:srgbClr val="000000"/>
                </a:solidFill>
                <a:latin typeface="Verdana"/>
                <a:ea typeface="宋体"/>
              </a:rPr>
              <a:t>&lt;number&gt;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95" name="日期占位符 3"/>
          <p:cNvSpPr/>
          <p:nvPr/>
        </p:nvSpPr>
        <p:spPr>
          <a:xfrm>
            <a:off x="611280" y="6396120"/>
            <a:ext cx="136980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4D899CC-5784-4F26-8264-025038742160}" type="datetime">
              <a:rPr b="0" lang="zh-CN" sz="1200" spc="-1" strike="noStrike">
                <a:solidFill>
                  <a:srgbClr val="000000"/>
                </a:solidFill>
                <a:latin typeface="Verdana"/>
                <a:ea typeface="宋体"/>
              </a:rPr>
              <a:t>26/3/2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Verdana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69800" indent="-4698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1" marL="907920" indent="-43632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2" marL="1305000" indent="-39528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3" marL="1693800" indent="-3873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4" marL="2093760" indent="-3981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5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6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ftr" idx="13"/>
          </p:nvPr>
        </p:nvSpPr>
        <p:spPr>
          <a:xfrm>
            <a:off x="3124080" y="623700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图片 3" descr=""/>
          <p:cNvPicPr/>
          <p:nvPr/>
        </p:nvPicPr>
        <p:blipFill>
          <a:blip r:embed="rId2"/>
          <a:stretch/>
        </p:blipFill>
        <p:spPr>
          <a:xfrm>
            <a:off x="7740720" y="312840"/>
            <a:ext cx="1333440" cy="511200"/>
          </a:xfrm>
          <a:prstGeom prst="rect">
            <a:avLst/>
          </a:prstGeom>
          <a:ln w="0">
            <a:noFill/>
          </a:ln>
        </p:spPr>
      </p:pic>
      <p:sp>
        <p:nvSpPr>
          <p:cNvPr id="100" name="AutoShape 4"/>
          <p:cNvSpPr/>
          <p:nvPr/>
        </p:nvSpPr>
        <p:spPr>
          <a:xfrm>
            <a:off x="539640" y="1087560"/>
            <a:ext cx="7958160" cy="109440"/>
          </a:xfrm>
          <a:custGeom>
            <a:avLst/>
            <a:gdLst/>
            <a:ahLst/>
            <a:rect l="l" t="t" r="r" b="b"/>
            <a:pathLst>
              <a:path stroke="0"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101" name="Line 5"/>
          <p:cNvSpPr/>
          <p:nvPr/>
        </p:nvSpPr>
        <p:spPr>
          <a:xfrm>
            <a:off x="609480" y="6172200"/>
            <a:ext cx="7925040" cy="0"/>
          </a:xfrm>
          <a:prstGeom prst="line">
            <a:avLst/>
          </a:prstGeom>
          <a:ln w="3240">
            <a:solidFill>
              <a:srgbClr val="cc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102" name="Rectangle 6"/>
          <p:cNvSpPr/>
          <p:nvPr/>
        </p:nvSpPr>
        <p:spPr>
          <a:xfrm>
            <a:off x="7236000" y="6375240"/>
            <a:ext cx="1369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DAF82C5-AB4F-490B-8FF2-568268E98A75}" type="slidenum">
              <a:rPr b="0" lang="en-US" sz="1200" spc="-1" strike="noStrike">
                <a:solidFill>
                  <a:srgbClr val="000000"/>
                </a:solidFill>
                <a:latin typeface="Verdana"/>
                <a:ea typeface="宋体"/>
              </a:rPr>
              <a:t>&lt;number&gt;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103" name="日期占位符 3"/>
          <p:cNvSpPr/>
          <p:nvPr/>
        </p:nvSpPr>
        <p:spPr>
          <a:xfrm>
            <a:off x="611280" y="6396120"/>
            <a:ext cx="136980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AA80848-B644-4A57-8A76-4B0291936EA9}" type="datetime">
              <a:rPr b="0" lang="zh-CN" sz="1200" spc="-1" strike="noStrike">
                <a:solidFill>
                  <a:srgbClr val="000000"/>
                </a:solidFill>
                <a:latin typeface="Verdana"/>
                <a:ea typeface="宋体"/>
              </a:rPr>
              <a:t>26/3/2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Verdana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69800" indent="-4698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1" marL="907920" indent="-43632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2" marL="1305000" indent="-39528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3" marL="1693800" indent="-3873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4" marL="2093760" indent="-3981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5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6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ftr" idx="14"/>
          </p:nvPr>
        </p:nvSpPr>
        <p:spPr>
          <a:xfrm>
            <a:off x="3124080" y="623700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图片 3" descr=""/>
          <p:cNvPicPr/>
          <p:nvPr/>
        </p:nvPicPr>
        <p:blipFill>
          <a:blip r:embed="rId2"/>
          <a:stretch/>
        </p:blipFill>
        <p:spPr>
          <a:xfrm>
            <a:off x="7740720" y="312840"/>
            <a:ext cx="1333440" cy="511200"/>
          </a:xfrm>
          <a:prstGeom prst="rect">
            <a:avLst/>
          </a:prstGeom>
          <a:ln w="0">
            <a:noFill/>
          </a:ln>
        </p:spPr>
      </p:pic>
      <p:sp>
        <p:nvSpPr>
          <p:cNvPr id="108" name="AutoShape 4"/>
          <p:cNvSpPr/>
          <p:nvPr/>
        </p:nvSpPr>
        <p:spPr>
          <a:xfrm>
            <a:off x="539640" y="1087560"/>
            <a:ext cx="7958160" cy="109440"/>
          </a:xfrm>
          <a:custGeom>
            <a:avLst/>
            <a:gdLst/>
            <a:ahLst/>
            <a:rect l="l" t="t" r="r" b="b"/>
            <a:pathLst>
              <a:path stroke="0"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109" name="Line 5"/>
          <p:cNvSpPr/>
          <p:nvPr/>
        </p:nvSpPr>
        <p:spPr>
          <a:xfrm>
            <a:off x="609480" y="6172200"/>
            <a:ext cx="7925040" cy="0"/>
          </a:xfrm>
          <a:prstGeom prst="line">
            <a:avLst/>
          </a:prstGeom>
          <a:ln w="3240">
            <a:solidFill>
              <a:srgbClr val="cc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110" name="Rectangle 6"/>
          <p:cNvSpPr/>
          <p:nvPr/>
        </p:nvSpPr>
        <p:spPr>
          <a:xfrm>
            <a:off x="7236000" y="6375240"/>
            <a:ext cx="1369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8885359-C11D-4E78-82E0-0B3504547A79}" type="slidenum">
              <a:rPr b="0" lang="en-US" sz="1200" spc="-1" strike="noStrike">
                <a:solidFill>
                  <a:srgbClr val="000000"/>
                </a:solidFill>
                <a:latin typeface="Verdana"/>
                <a:ea typeface="宋体"/>
              </a:rPr>
              <a:t>&lt;number&gt;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111" name="日期占位符 3"/>
          <p:cNvSpPr/>
          <p:nvPr/>
        </p:nvSpPr>
        <p:spPr>
          <a:xfrm>
            <a:off x="611280" y="6396120"/>
            <a:ext cx="136980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E0948CF-9DC0-464F-A424-9E6893196DD4}" type="datetime">
              <a:rPr b="0" lang="zh-CN" sz="1200" spc="-1" strike="noStrike">
                <a:solidFill>
                  <a:srgbClr val="000000"/>
                </a:solidFill>
                <a:latin typeface="Verdana"/>
                <a:ea typeface="宋体"/>
              </a:rPr>
              <a:t>26/3/2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Verdana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69800" indent="-4698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1" marL="907920" indent="-43632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2" marL="1305000" indent="-39528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3" marL="1693800" indent="-3873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4" marL="2093760" indent="-3981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5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6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ftr" idx="15"/>
          </p:nvPr>
        </p:nvSpPr>
        <p:spPr>
          <a:xfrm>
            <a:off x="3124080" y="623700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图片 3" descr=""/>
          <p:cNvPicPr/>
          <p:nvPr/>
        </p:nvPicPr>
        <p:blipFill>
          <a:blip r:embed="rId2"/>
          <a:stretch/>
        </p:blipFill>
        <p:spPr>
          <a:xfrm>
            <a:off x="7740720" y="312840"/>
            <a:ext cx="1333440" cy="511200"/>
          </a:xfrm>
          <a:prstGeom prst="rect">
            <a:avLst/>
          </a:prstGeom>
          <a:ln w="0">
            <a:noFill/>
          </a:ln>
        </p:spPr>
      </p:pic>
      <p:sp>
        <p:nvSpPr>
          <p:cNvPr id="116" name="AutoShape 4"/>
          <p:cNvSpPr/>
          <p:nvPr/>
        </p:nvSpPr>
        <p:spPr>
          <a:xfrm>
            <a:off x="539640" y="1087560"/>
            <a:ext cx="7958160" cy="109440"/>
          </a:xfrm>
          <a:custGeom>
            <a:avLst/>
            <a:gdLst/>
            <a:ahLst/>
            <a:rect l="l" t="t" r="r" b="b"/>
            <a:pathLst>
              <a:path stroke="0"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117" name="Line 5"/>
          <p:cNvSpPr/>
          <p:nvPr/>
        </p:nvSpPr>
        <p:spPr>
          <a:xfrm>
            <a:off x="609480" y="6172200"/>
            <a:ext cx="7925040" cy="0"/>
          </a:xfrm>
          <a:prstGeom prst="line">
            <a:avLst/>
          </a:prstGeom>
          <a:ln w="3240">
            <a:solidFill>
              <a:srgbClr val="cc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118" name="Rectangle 6"/>
          <p:cNvSpPr/>
          <p:nvPr/>
        </p:nvSpPr>
        <p:spPr>
          <a:xfrm>
            <a:off x="7236000" y="6375240"/>
            <a:ext cx="1369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0975872-3B0A-42A1-8517-3C0C62E6CA3F}" type="slidenum">
              <a:rPr b="0" lang="en-US" sz="1200" spc="-1" strike="noStrike">
                <a:solidFill>
                  <a:srgbClr val="000000"/>
                </a:solidFill>
                <a:latin typeface="Verdana"/>
                <a:ea typeface="宋体"/>
              </a:rPr>
              <a:t>&lt;number&gt;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119" name="日期占位符 3"/>
          <p:cNvSpPr/>
          <p:nvPr/>
        </p:nvSpPr>
        <p:spPr>
          <a:xfrm>
            <a:off x="611280" y="6396120"/>
            <a:ext cx="136980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C62BFA2-3C57-441E-A964-B75927C11F40}" type="datetime">
              <a:rPr b="0" lang="zh-CN" sz="1200" spc="-1" strike="noStrike">
                <a:solidFill>
                  <a:srgbClr val="000000"/>
                </a:solidFill>
                <a:latin typeface="Verdana"/>
                <a:ea typeface="宋体"/>
              </a:rPr>
              <a:t>26/3/2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Verdana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69800" indent="-4698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1" marL="907920" indent="-43632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2" marL="1305000" indent="-39528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3" marL="1693800" indent="-3873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4" marL="2093760" indent="-3981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5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6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ftr" idx="16"/>
          </p:nvPr>
        </p:nvSpPr>
        <p:spPr>
          <a:xfrm>
            <a:off x="3124080" y="623700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539280" y="1699920"/>
            <a:ext cx="7929720" cy="11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3200" spc="-1" strike="noStrike">
                <a:solidFill>
                  <a:srgbClr val="000000"/>
                </a:solidFill>
                <a:latin typeface="Verdana"/>
              </a:rPr>
              <a:t>题目：校网络攻防竞赛平台的设计与实现</a:t>
            </a:r>
            <a:r>
              <a:rPr b="0" lang="zh-CN" sz="3200" spc="-1" strike="noStrike">
                <a:solidFill>
                  <a:srgbClr val="000000"/>
                </a:solidFill>
                <a:latin typeface="Verdana"/>
              </a:rPr>
              <a:t xml:space="preserve"> </a:t>
            </a:r>
            <a:br>
              <a:rPr sz="3200"/>
            </a:b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24" name="Text Box 6"/>
          <p:cNvSpPr/>
          <p:nvPr/>
        </p:nvSpPr>
        <p:spPr>
          <a:xfrm>
            <a:off x="1835280" y="0"/>
            <a:ext cx="7308720" cy="12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812880" indent="-812880" algn="ctr">
              <a:lnSpc>
                <a:spcPct val="150000"/>
              </a:lnSpc>
              <a:spcBef>
                <a:spcPts val="32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125" name="Text Box 7"/>
          <p:cNvSpPr/>
          <p:nvPr/>
        </p:nvSpPr>
        <p:spPr>
          <a:xfrm>
            <a:off x="611280" y="189000"/>
            <a:ext cx="784836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812880" indent="-812880" algn="ctr">
              <a:lnSpc>
                <a:spcPct val="15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cc3300"/>
                </a:solidFill>
                <a:latin typeface="Times New Roman"/>
                <a:ea typeface="华文新魏"/>
              </a:rPr>
              <a:t>2021</a:t>
            </a:r>
            <a:r>
              <a:rPr b="1" lang="zh-CN" sz="3200" spc="-1" strike="noStrike">
                <a:solidFill>
                  <a:srgbClr val="cc3300"/>
                </a:solidFill>
                <a:latin typeface="Times New Roman"/>
                <a:ea typeface="华文新魏"/>
              </a:rPr>
              <a:t>级本科毕业设计开题汇报</a:t>
            </a:r>
            <a:endParaRPr b="0" lang="en-US" sz="3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126" name="Rectangle 2"/>
          <p:cNvSpPr/>
          <p:nvPr/>
        </p:nvSpPr>
        <p:spPr>
          <a:xfrm>
            <a:off x="2124000" y="3500280"/>
            <a:ext cx="4896000" cy="252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>
              <a:lnSpc>
                <a:spcPct val="11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2800" spc="-1" strike="noStrike">
                <a:solidFill>
                  <a:srgbClr val="000000"/>
                </a:solidFill>
                <a:latin typeface="黑体"/>
                <a:ea typeface="黑体"/>
              </a:rPr>
              <a:t>姓    名：</a:t>
            </a:r>
            <a:br>
              <a:rPr sz="2800"/>
            </a:br>
            <a:r>
              <a:rPr b="0" lang="zh-CN" sz="2800" spc="-1" strike="noStrike">
                <a:solidFill>
                  <a:srgbClr val="000000"/>
                </a:solidFill>
                <a:latin typeface="黑体"/>
                <a:ea typeface="黑体"/>
              </a:rPr>
              <a:t>学    号：</a:t>
            </a:r>
            <a:br>
              <a:rPr sz="2800"/>
            </a:br>
            <a:r>
              <a:rPr b="0" lang="zh-CN" sz="2800" spc="-1" strike="noStrike">
                <a:solidFill>
                  <a:srgbClr val="000000"/>
                </a:solidFill>
                <a:latin typeface="黑体"/>
                <a:ea typeface="黑体"/>
              </a:rPr>
              <a:t>专业班级：</a:t>
            </a:r>
            <a:br>
              <a:rPr sz="2800"/>
            </a:br>
            <a:r>
              <a:rPr b="0" lang="zh-CN" sz="2800" spc="-1" strike="noStrike">
                <a:solidFill>
                  <a:srgbClr val="000000"/>
                </a:solidFill>
                <a:latin typeface="黑体"/>
                <a:ea typeface="黑体"/>
              </a:rPr>
              <a:t>指导教师：丁凉</a:t>
            </a:r>
            <a:br>
              <a:rPr sz="2800"/>
            </a:br>
            <a:r>
              <a:rPr b="0" lang="zh-CN" sz="2800" spc="-1" strike="noStrike">
                <a:solidFill>
                  <a:srgbClr val="000000"/>
                </a:solidFill>
                <a:latin typeface="黑体"/>
                <a:ea typeface="黑体"/>
              </a:rPr>
              <a:t>汇报日期：</a:t>
            </a:r>
            <a:r>
              <a:rPr b="0" lang="en-US" sz="2800" spc="-1" strike="noStrike">
                <a:solidFill>
                  <a:srgbClr val="000000"/>
                </a:solidFill>
                <a:latin typeface="黑体"/>
                <a:ea typeface="黑体"/>
              </a:rPr>
              <a:t>2026-3-</a:t>
            </a:r>
            <a:r>
              <a:rPr b="0" lang="en-US" sz="2800" spc="-1" strike="noStrike">
                <a:solidFill>
                  <a:srgbClr val="ff0000"/>
                </a:solidFill>
                <a:latin typeface="黑体"/>
                <a:ea typeface="黑体"/>
              </a:rPr>
              <a:t>XX</a:t>
            </a:r>
            <a:endParaRPr b="0" lang="en-US" sz="2800" spc="-1" strike="noStrike">
              <a:solidFill>
                <a:srgbClr val="cc3300"/>
              </a:solidFill>
              <a:latin typeface="Times New Roman"/>
            </a:endParaRPr>
          </a:p>
        </p:txBody>
      </p:sp>
    </p:spTree>
  </p:cSld>
  <p:transition spd="med">
    <p:zoom dir="out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3200" spc="-1" strike="noStrike">
                <a:solidFill>
                  <a:srgbClr val="000000"/>
                </a:solidFill>
                <a:latin typeface="Verdana"/>
              </a:rPr>
              <a:t>汇报提纲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69800" indent="-469800">
              <a:lnSpc>
                <a:spcPct val="170000"/>
              </a:lnSpc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2800" spc="-1" strike="noStrike">
                <a:solidFill>
                  <a:srgbClr val="000000"/>
                </a:solidFill>
                <a:latin typeface="黑体"/>
              </a:rPr>
              <a:t>课题意义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marL="469800" indent="-469800">
              <a:lnSpc>
                <a:spcPct val="170000"/>
              </a:lnSpc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2800" spc="-1" strike="noStrike">
                <a:solidFill>
                  <a:srgbClr val="000000"/>
                </a:solidFill>
                <a:latin typeface="黑体"/>
              </a:rPr>
              <a:t>课题综述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marL="469800" indent="-469800">
              <a:lnSpc>
                <a:spcPct val="170000"/>
              </a:lnSpc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2800" spc="-1" strike="noStrike">
                <a:solidFill>
                  <a:srgbClr val="000000"/>
                </a:solidFill>
                <a:latin typeface="黑体"/>
              </a:rPr>
              <a:t>课题难点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marL="469800" indent="-469800">
              <a:lnSpc>
                <a:spcPct val="170000"/>
              </a:lnSpc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2800" spc="-1" strike="noStrike">
                <a:solidFill>
                  <a:srgbClr val="000000"/>
                </a:solidFill>
                <a:latin typeface="黑体"/>
              </a:rPr>
              <a:t>课题方案和需要条件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marL="469800" indent="-469800">
              <a:lnSpc>
                <a:spcPct val="170000"/>
              </a:lnSpc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2800" spc="-1" strike="noStrike">
                <a:solidFill>
                  <a:srgbClr val="000000"/>
                </a:solidFill>
                <a:latin typeface="黑体"/>
              </a:rPr>
              <a:t>计划进度与预期成果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marL="469800" indent="-469800">
              <a:lnSpc>
                <a:spcPct val="170000"/>
              </a:lnSpc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2800" spc="-1" strike="noStrike">
                <a:solidFill>
                  <a:srgbClr val="000000"/>
                </a:solidFill>
                <a:latin typeface="黑体"/>
              </a:rPr>
              <a:t>翻译工作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</p:txBody>
      </p:sp>
    </p:spTree>
  </p:cSld>
  <p:transition spd="med">
    <p:zoom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r>
              <a:rPr b="0" lang="zh-CN" sz="3200" spc="-1" strike="noStrike">
                <a:solidFill>
                  <a:srgbClr val="000000"/>
                </a:solidFill>
                <a:latin typeface="Verdana"/>
              </a:rPr>
              <a:t>课题意义</a:t>
            </a: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69800" indent="-46980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zh-CN" sz="2000" spc="-1" strike="noStrike">
                <a:solidFill>
                  <a:srgbClr val="000000"/>
                </a:solidFill>
                <a:latin typeface="黑体"/>
              </a:rPr>
              <a:t>网络安全形势日益严峻，国家将网络安全人才培养提升至战略高度</a:t>
            </a:r>
          </a:p>
          <a:p>
            <a:pPr marL="469800" indent="-46980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zh-CN" sz="2000" spc="-1" strike="noStrike">
                <a:solidFill>
                  <a:srgbClr val="000000"/>
                </a:solidFill>
                <a:latin typeface="黑体"/>
              </a:rPr>
              <a:t>高校网络安全教育面临挑战：缺乏实战训练环境，理论与实践脱节</a:t>
            </a:r>
          </a:p>
          <a:p>
            <a:pPr marL="469800" indent="-46980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zh-CN" sz="2000" spc="-1" strike="noStrike">
                <a:solidFill>
                  <a:srgbClr val="000000"/>
                </a:solidFill>
                <a:latin typeface="黑体"/>
              </a:rPr>
              <a:t>CTF（Capture The Flag）竞赛是培养网络安全实战能力的重要手段</a:t>
            </a:r>
          </a:p>
          <a:p>
            <a:pPr marL="469800" indent="-46980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zh-CN" sz="2000" spc="-1" strike="noStrike">
                <a:solidFill>
                  <a:srgbClr val="000000"/>
                </a:solidFill>
                <a:latin typeface="黑体"/>
              </a:rPr>
              <a:t>本课题旨在设计并实现校级网络攻防竞赛平台，为信息安全专业提供训练与比赛环境</a:t>
            </a:r>
          </a:p>
          <a:p>
            <a:pPr marL="469800" indent="-46980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zh-CN" sz="2000" spc="-1" strike="noStrike">
                <a:solidFill>
                  <a:srgbClr val="000000"/>
                </a:solidFill>
                <a:latin typeface="黑体"/>
              </a:rPr>
              <a:t>平台四大核心功能：靶场管理、攻防演练、竞赛管理、技能评估</a:t>
            </a:r>
          </a:p>
          <a:p>
            <a:pPr marL="469800" indent="-46980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en-US" sz="2000" spc="-1" strike="noStrike">
                <a:solidFill>
                  <a:srgbClr val="000000"/>
                </a:solidFill>
                <a:latin typeface="黑体"/>
              </a:rPr>
              <a:t>采用 Docker 容器技术快速生成靶机环境，降低部署与运维成本</a:t>
            </a:r>
          </a:p>
          <a:p>
            <a:pPr marL="469800" indent="-46980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zh-CN" sz="2000" spc="-1" strike="noStrike">
                <a:solidFill>
                  <a:srgbClr val="000000"/>
                </a:solidFill>
                <a:latin typeface="黑体"/>
              </a:rPr>
              <a:t>填补我校网络安全实训平台空白，服务校赛人才选拔</a:t>
            </a:r>
          </a:p>
        </p:txBody>
      </p:sp>
    </p:spTree>
  </p:cSld>
  <p:transition spd="med">
    <p:zoom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r>
              <a:rPr b="0" lang="zh-CN" sz="3200" spc="-1" strike="noStrike">
                <a:solidFill>
                  <a:srgbClr val="000000"/>
                </a:solidFill>
                <a:latin typeface="Verdana"/>
              </a:rPr>
              <a:t>课题综述</a:t>
            </a: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69800" indent="-46980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1" lang="zh-CN" sz="2000" spc="-1" strike="noStrike">
                <a:solidFill>
                  <a:srgbClr val="000000"/>
                </a:solidFill>
                <a:latin typeface="黑体"/>
              </a:rPr>
              <a:t>国外研究现状：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en-US" sz="1800" spc="-1" strike="noStrike">
                <a:solidFill>
                  <a:srgbClr val="000000"/>
                </a:solidFill>
                <a:latin typeface="黑体"/>
              </a:rPr>
              <a:t>Ukwandu 等(2020)综述网络靶场发展趋势与分类体系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en-US" sz="1800" spc="-1" strike="noStrike">
                <a:solidFill>
                  <a:srgbClr val="000000"/>
                </a:solidFill>
                <a:latin typeface="黑体"/>
              </a:rPr>
              <a:t>Perrone 等(2017)提出 Docker Security Playground 教学方案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en-US" sz="1800" spc="-1" strike="noStrike">
                <a:solidFill>
                  <a:srgbClr val="000000"/>
                </a:solidFill>
                <a:latin typeface="黑体"/>
              </a:rPr>
              <a:t>Vieth 等(2017)开发 CORE 容器化竞赛平台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en-US" sz="1800" spc="-1" strike="noStrike">
                <a:solidFill>
                  <a:srgbClr val="000000"/>
                </a:solidFill>
                <a:latin typeface="黑体"/>
              </a:rPr>
              <a:t>Lee 等(2023)分析 Docker 容器通信安全攻击向量</a:t>
            </a:r>
          </a:p>
          <a:p>
            <a:pPr marL="469800" indent="-46980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1" lang="zh-CN" sz="2000" spc="-1" strike="noStrike">
                <a:solidFill>
                  <a:srgbClr val="000000"/>
                </a:solidFill>
                <a:latin typeface="黑体"/>
              </a:rPr>
              <a:t>国内研究现状：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zh-CN" sz="1800" spc="-1" strike="noStrike">
                <a:solidFill>
                  <a:srgbClr val="000000"/>
                </a:solidFill>
                <a:latin typeface="黑体"/>
              </a:rPr>
              <a:t>张晨(2023)设计基于虚拟化容器技术的攻防实训平台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zh-CN" sz="1800" spc="-1" strike="noStrike">
                <a:solidFill>
                  <a:srgbClr val="000000"/>
                </a:solidFill>
                <a:latin typeface="黑体"/>
              </a:rPr>
              <a:t>梁建辉等(2022)实现基于 Docker 的网络安全靶场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zh-CN" sz="1800" spc="-1" strike="noStrike">
                <a:solidFill>
                  <a:srgbClr val="000000"/>
                </a:solidFill>
                <a:latin typeface="黑体"/>
              </a:rPr>
              <a:t>周云等(2024)研究基于虚拟化的综合靶场建设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zh-CN" sz="1800" spc="-1" strike="noStrike">
                <a:solidFill>
                  <a:srgbClr val="000000"/>
                </a:solidFill>
                <a:latin typeface="黑体"/>
              </a:rPr>
              <a:t>刘安等(2025)研究 Web 应用靶场建设方案</a:t>
            </a:r>
          </a:p>
          <a:p>
            <a:pPr marL="469800" indent="-46980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1" lang="zh-CN" sz="2000" spc="-1" strike="noStrike">
                <a:solidFill>
                  <a:srgbClr val="000000"/>
                </a:solidFill>
                <a:latin typeface="黑体"/>
              </a:rPr>
              <a:t>现有不足：多数面向企业级，部署复杂；缺乏针对高校教学的轻量化方案</a:t>
            </a:r>
          </a:p>
        </p:txBody>
      </p:sp>
    </p:spTree>
  </p:cSld>
  <p:transition spd="med">
    <p:zoom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3"/>
          <p:cNvSpPr/>
          <p:nvPr/>
        </p:nvSpPr>
        <p:spPr>
          <a:xfrm>
            <a:off x="250920" y="2790720"/>
            <a:ext cx="8642160" cy="12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7200" spc="-1" strike="noStrike">
                <a:solidFill>
                  <a:srgbClr val="ff3300"/>
                </a:solidFill>
                <a:latin typeface="华文新魏"/>
                <a:ea typeface="华文新魏"/>
              </a:rPr>
              <a:t>请各位评委老师指导！</a:t>
            </a:r>
            <a:endParaRPr b="0" lang="en-US" sz="7200" spc="-1" strike="noStrike">
              <a:solidFill>
                <a:srgbClr val="cc3300"/>
              </a:solidFill>
              <a:latin typeface="Times New Roman"/>
            </a:endParaRPr>
          </a:p>
        </p:txBody>
      </p:sp>
    </p:spTree>
  </p:cSld>
  <p:transition spd="med">
    <p:zoom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r>
              <a:rPr b="0" lang="zh-CN" sz="3200" spc="-1" strike="noStrike">
                <a:solidFill>
                  <a:srgbClr val="000000"/>
                </a:solidFill>
                <a:latin typeface="Verdana"/>
              </a:rPr>
              <a:t>课题难点</a:t>
            </a: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69800" indent="-46980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1" lang="zh-CN" sz="2000" spc="-1" strike="noStrike">
                <a:solidFill>
                  <a:srgbClr val="000000"/>
                </a:solidFill>
                <a:latin typeface="黑体"/>
              </a:rPr>
              <a:t>容器安全隔离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zh-CN" sz="1800" spc="-1" strike="noStrike">
                <a:solidFill>
                  <a:srgbClr val="000000"/>
                </a:solidFill>
                <a:latin typeface="黑体"/>
              </a:rPr>
              <a:t>靶机容器本身含漏洞，需严格网络隔离防止逃逸攻击宿主机</a:t>
            </a:r>
          </a:p>
          <a:p>
            <a:pPr marL="469800" indent="-46980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1" lang="en-US" sz="2000" spc="-1" strike="noStrike">
                <a:solidFill>
                  <a:srgbClr val="000000"/>
                </a:solidFill>
                <a:latin typeface="黑体"/>
              </a:rPr>
              <a:t>动态 Flag 生成机制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en-US" sz="1800" spc="-1" strike="noStrike">
                <a:solidFill>
                  <a:srgbClr val="000000"/>
                </a:solidFill>
                <a:latin typeface="黑体"/>
              </a:rPr>
              <a:t>每用户每题唯一 Flag，防止答案共享，需设计安全的生成与校验算法</a:t>
            </a:r>
          </a:p>
          <a:p>
            <a:pPr marL="469800" indent="-46980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1" lang="zh-CN" sz="2000" spc="-1" strike="noStrike">
                <a:solidFill>
                  <a:srgbClr val="000000"/>
                </a:solidFill>
                <a:latin typeface="黑体"/>
              </a:rPr>
              <a:t>容器资源调度与生命周期管理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zh-CN" sz="1800" spc="-1" strike="noStrike">
                <a:solidFill>
                  <a:srgbClr val="000000"/>
                </a:solidFill>
                <a:latin typeface="黑体"/>
              </a:rPr>
              <a:t>200 并发用户场景下的容器创建、资源限制与自动回收</a:t>
            </a:r>
          </a:p>
          <a:p>
            <a:pPr marL="469800" indent="-46980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1" lang="en-US" sz="2000" spc="-1" strike="noStrike">
                <a:solidFill>
                  <a:srgbClr val="000000"/>
                </a:solidFill>
                <a:latin typeface="黑体"/>
              </a:rPr>
              <a:t>AWD 攻防对抗模式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zh-CN" sz="1800" spc="-1" strike="noStrike">
                <a:solidFill>
                  <a:srgbClr val="000000"/>
                </a:solidFill>
                <a:latin typeface="黑体"/>
              </a:rPr>
              <a:t>实时攻防轮次推进、存活检测、实时计分与排行榜推送</a:t>
            </a:r>
          </a:p>
          <a:p>
            <a:pPr marL="469800" indent="-46980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1" lang="zh-CN" sz="2000" spc="-1" strike="noStrike">
                <a:solidFill>
                  <a:srgbClr val="000000"/>
                </a:solidFill>
                <a:latin typeface="黑体"/>
              </a:rPr>
              <a:t>系统安全加固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en-US" sz="1800" spc="-1" strike="noStrike">
                <a:solidFill>
                  <a:srgbClr val="000000"/>
                </a:solidFill>
                <a:latin typeface="黑体"/>
              </a:rPr>
              <a:t>iptables 规则、capabilities 限制、防止选手通过靶机攻击平台服务</a:t>
            </a:r>
          </a:p>
        </p:txBody>
      </p:sp>
    </p:spTree>
  </p:cSld>
  <p:transition spd="med">
    <p:zoom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r>
              <a:rPr b="0" lang="zh-CN" sz="3200" spc="-1" strike="noStrike">
                <a:solidFill>
                  <a:srgbClr val="000000"/>
                </a:solidFill>
                <a:latin typeface="Verdana"/>
              </a:rPr>
              <a:t>课题方案——系统架构</a:t>
            </a: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69800" indent="-46980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1" lang="en-US" sz="2000" spc="-1" strike="noStrike">
                <a:solidFill>
                  <a:srgbClr val="000000"/>
                </a:solidFill>
                <a:latin typeface="黑体"/>
              </a:rPr>
              <a:t>技术栈：Go + Vue 3 + Docker</a:t>
            </a:r>
          </a:p>
          <a:p>
            <a:pPr marL="469800" indent="-46980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1" lang="zh-CN" sz="2000" spc="-1" strike="noStrike">
                <a:solidFill>
                  <a:srgbClr val="000000"/>
                </a:solidFill>
                <a:latin typeface="黑体"/>
              </a:rPr>
              <a:t>架构风格：模块化单体架构（Modular Monolith）</a:t>
            </a:r>
          </a:p>
          <a:p>
            <a:pPr marL="469800" indent="-46980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1" lang="zh-CN" sz="2000" spc="-1" strike="noStrike">
                <a:solidFill>
                  <a:srgbClr val="000000"/>
                </a:solidFill>
                <a:latin typeface="黑体"/>
              </a:rPr>
              <a:t>分层设计：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en-US" sz="1800" spc="-1" strike="noStrike">
                <a:solidFill>
                  <a:srgbClr val="000000"/>
                </a:solidFill>
                <a:latin typeface="黑体"/>
              </a:rPr>
              <a:t>Handler 层：HTTP 路由、参数校验、响应封装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en-US" sz="1800" spc="-1" strike="noStrike">
                <a:solidFill>
                  <a:srgbClr val="000000"/>
                </a:solidFill>
                <a:latin typeface="黑体"/>
              </a:rPr>
              <a:t>Service 层：业务逻辑编排、事务协调、权限判断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en-US" sz="1800" spc="-1" strike="noStrike">
                <a:solidFill>
                  <a:srgbClr val="000000"/>
                </a:solidFill>
                <a:latin typeface="黑体"/>
              </a:rPr>
              <a:t>Repository 层：数据访问、GORM 封装、缓存读写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en-US" sz="1800" spc="-1" strike="noStrike">
                <a:solidFill>
                  <a:srgbClr val="000000"/>
                </a:solidFill>
                <a:latin typeface="黑体"/>
              </a:rPr>
              <a:t>Docker Engine 层：容器 CRUD、网络管理、资源限制</a:t>
            </a:r>
          </a:p>
          <a:p>
            <a:pPr marL="469800" indent="-46980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1" lang="zh-CN" sz="2000" spc="-1" strike="noStrike">
                <a:solidFill>
                  <a:srgbClr val="000000"/>
                </a:solidFill>
                <a:latin typeface="黑体"/>
              </a:rPr>
              <a:t>基础设施：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en-US" sz="1800" spc="-1" strike="noStrike">
                <a:solidFill>
                  <a:srgbClr val="000000"/>
                </a:solidFill>
                <a:latin typeface="黑体"/>
              </a:rPr>
              <a:t>PostgreSQL（主存储）+ Redis（缓存/会话）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en-US" sz="1800" spc="-1" strike="noStrike">
                <a:solidFill>
                  <a:srgbClr val="000000"/>
                </a:solidFill>
                <a:latin typeface="黑体"/>
              </a:rPr>
              <a:t>Docker Engine（靶机管理）+ Nginx（反向代理）</a:t>
            </a:r>
          </a:p>
          <a:p>
            <a:pPr marL="469800" indent="-46980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1" lang="zh-CN" sz="2000" spc="-1" strike="noStrike">
                <a:solidFill>
                  <a:srgbClr val="000000"/>
                </a:solidFill>
                <a:latin typeface="黑体"/>
              </a:rPr>
              <a:t>部署目标：单机部署，支持 200 并发用户</a:t>
            </a:r>
          </a:p>
        </p:txBody>
      </p:sp>
    </p:spTree>
  </p:cSld>
  <p:transition spd="med">
    <p:zoom dir="out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r>
              <a:rPr b="0" lang="zh-CN" sz="3200" spc="-1" strike="noStrike">
                <a:solidFill>
                  <a:srgbClr val="000000"/>
                </a:solidFill>
                <a:latin typeface="Verdana"/>
              </a:rPr>
              <a:t>课题方案——功能模块</a:t>
            </a: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69800" indent="-46980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en-US" sz="2000" spc="-1" strike="noStrike">
                <a:solidFill>
                  <a:srgbClr val="000000"/>
                </a:solidFill>
                <a:latin typeface="黑体"/>
              </a:rPr>
              <a:t>认证与权限（RBAC）：用户注册/登录、JWT 双 Token、角色权限控制</a:t>
            </a:r>
          </a:p>
          <a:p>
            <a:pPr marL="469800" indent="-46980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en-US" sz="2000" spc="-1" strike="noStrike">
                <a:solidFill>
                  <a:srgbClr val="000000"/>
                </a:solidFill>
                <a:latin typeface="黑体"/>
              </a:rPr>
              <a:t>靶场管理：多类型题目（Web/Pwn/Reverse/Crypto/Misc）、难度分级、Flag 策略</a:t>
            </a:r>
          </a:p>
          <a:p>
            <a:pPr marL="469800" indent="-46980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zh-CN" sz="2000" spc="-1" strike="noStrike">
                <a:solidFill>
                  <a:srgbClr val="000000"/>
                </a:solidFill>
                <a:latin typeface="黑体"/>
              </a:rPr>
              <a:t>攻防演练：靶机实例生命周期管理、Flag 提交与判定、动态积分计算</a:t>
            </a:r>
          </a:p>
          <a:p>
            <a:pPr marL="469800" indent="-46980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en-US" sz="2000" spc="-1" strike="noStrike">
                <a:solidFill>
                  <a:srgbClr val="000000"/>
                </a:solidFill>
                <a:latin typeface="黑体"/>
              </a:rPr>
              <a:t>竞赛管理：Jeopardy / AWD / 混合赛制、组队管理、实时排行榜</a:t>
            </a:r>
          </a:p>
          <a:p>
            <a:pPr marL="469800" indent="-46980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zh-CN" sz="2000" spc="-1" strike="noStrike">
                <a:solidFill>
                  <a:srgbClr val="000000"/>
                </a:solidFill>
                <a:latin typeface="黑体"/>
              </a:rPr>
              <a:t>技能评估：基于解题数据生成能力画像（雷达图）、评估报告导出</a:t>
            </a:r>
          </a:p>
          <a:p>
            <a:pPr marL="469800" indent="-46980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zh-CN" sz="2000" spc="-1" strike="noStrike">
                <a:solidFill>
                  <a:srgbClr val="000000"/>
                </a:solidFill>
                <a:latin typeface="黑体"/>
              </a:rPr>
              <a:t>系统管理：管理仪表盘、审计日志、系统通知、资源监控</a:t>
            </a:r>
          </a:p>
          <a:p>
            <a:pPr marL="469800" indent="-46980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en-US" sz="2000" spc="-1" strike="noStrike">
                <a:solidFill>
                  <a:srgbClr val="000000"/>
                </a:solidFill>
                <a:latin typeface="黑体"/>
              </a:rPr>
              <a:t>容器管理（共享基础设施）：Docker 容器全生命周期、网络隔离、资源限制</a:t>
            </a:r>
          </a:p>
        </p:txBody>
      </p:sp>
    </p:spTree>
  </p:cSld>
  <p:transition spd="med">
    <p:zoom dir="out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r>
              <a:rPr b="0" lang="zh-CN" sz="3200" spc="-1" strike="noStrike">
                <a:solidFill>
                  <a:srgbClr val="000000"/>
                </a:solidFill>
                <a:latin typeface="Verdana"/>
              </a:rPr>
              <a:t>课题方案——容器架构</a:t>
            </a: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69800" indent="-46980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1" lang="zh-CN" sz="2000" spc="-1" strike="noStrike">
                <a:solidFill>
                  <a:srgbClr val="000000"/>
                </a:solidFill>
                <a:latin typeface="黑体"/>
              </a:rPr>
              <a:t>两层隔离架构：平台服务层与靶机容器层严格分离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zh-CN" sz="1800" spc="-1" strike="noStrike">
                <a:solidFill>
                  <a:srgbClr val="000000"/>
                </a:solidFill>
                <a:latin typeface="黑体"/>
              </a:rPr>
              <a:t>平台服务运行在宿主机网络，靶机运行在独立 Docker Network</a:t>
            </a:r>
          </a:p>
          <a:p>
            <a:pPr marL="469800" indent="-46980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1" lang="zh-CN" sz="2000" spc="-1" strike="noStrike">
                <a:solidFill>
                  <a:srgbClr val="000000"/>
                </a:solidFill>
                <a:latin typeface="黑体"/>
              </a:rPr>
              <a:t>网络隔离策略：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en-US" sz="1800" spc="-1" strike="noStrike">
                <a:solidFill>
                  <a:srgbClr val="000000"/>
                </a:solidFill>
                <a:latin typeface="黑体"/>
              </a:rPr>
              <a:t>每个靶机实例分配独立网络，禁止容器间互访（AWD 模式除外）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en-US" sz="1800" spc="-1" strike="noStrike">
                <a:solidFill>
                  <a:srgbClr val="000000"/>
                </a:solidFill>
                <a:latin typeface="黑体"/>
              </a:rPr>
              <a:t>iptables 阻断靶机到宿主机管理端口的流量</a:t>
            </a:r>
          </a:p>
          <a:p>
            <a:pPr marL="469800" indent="-46980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1" lang="zh-CN" sz="2000" spc="-1" strike="noStrike">
                <a:solidFill>
                  <a:srgbClr val="000000"/>
                </a:solidFill>
                <a:latin typeface="黑体"/>
              </a:rPr>
              <a:t>容器安全加固：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en-US" sz="1800" spc="-1" strike="noStrike">
                <a:solidFill>
                  <a:srgbClr val="000000"/>
                </a:solidFill>
                <a:latin typeface="黑体"/>
              </a:rPr>
              <a:t>资源限制：CPU 0.5 核 / 内存 256MB / 磁盘 1GB / 进程数 100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en-US" sz="1800" spc="-1" strike="noStrike">
                <a:solidFill>
                  <a:srgbClr val="000000"/>
                </a:solidFill>
                <a:latin typeface="黑体"/>
              </a:rPr>
              <a:t>禁止特权模式，最小化 capabilities，只读根文件系统</a:t>
            </a:r>
          </a:p>
          <a:p>
            <a:pPr marL="469800" indent="-46980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en-US" sz="2000" spc="-1" strike="noStrike">
                <a:solidFill>
                  <a:srgbClr val="000000"/>
                </a:solidFill>
                <a:latin typeface="黑体"/>
              </a:rPr>
              <a:t>动态端口映射（30000-39999），健康检查，自动清理过期容器</a:t>
            </a:r>
          </a:p>
        </p:txBody>
      </p:sp>
    </p:spTree>
  </p:cSld>
  <p:transition spd="med">
    <p:zoom dir="out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r>
              <a:rPr b="0" lang="zh-CN" sz="3200" spc="-1" strike="noStrike">
                <a:solidFill>
                  <a:srgbClr val="000000"/>
                </a:solidFill>
                <a:latin typeface="Verdana"/>
              </a:rPr>
              <a:t>课题方案——技术选型</a:t>
            </a: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69800" indent="-46980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1" lang="zh-CN" sz="2000" spc="-1" strike="noStrike">
                <a:solidFill>
                  <a:srgbClr val="000000"/>
                </a:solidFill>
                <a:latin typeface="黑体"/>
              </a:rPr>
              <a:t>后端技术栈：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en-US" sz="1800" spc="-1" strike="noStrike">
                <a:solidFill>
                  <a:srgbClr val="000000"/>
                </a:solidFill>
                <a:latin typeface="黑体"/>
              </a:rPr>
              <a:t>Go + Gin（Web 框架）+ GORM（ORM）+ Docker SDK for Go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en-US" sz="1800" spc="-1" strike="noStrike">
                <a:solidFill>
                  <a:srgbClr val="000000"/>
                </a:solidFill>
                <a:latin typeface="黑体"/>
              </a:rPr>
              <a:t>golang-jwt（认证）+ Zap（日志）+ go-redis（缓存）</a:t>
            </a:r>
          </a:p>
          <a:p>
            <a:pPr marL="469800" indent="-46980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1" lang="zh-CN" sz="2000" spc="-1" strike="noStrike">
                <a:solidFill>
                  <a:srgbClr val="000000"/>
                </a:solidFill>
                <a:latin typeface="黑体"/>
              </a:rPr>
              <a:t>前端技术栈：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en-US" sz="1800" spc="-1" strike="noStrike">
                <a:solidFill>
                  <a:srgbClr val="000000"/>
                </a:solidFill>
                <a:latin typeface="黑体"/>
              </a:rPr>
              <a:t>Vue 3 + Vite + TypeScript + Composition API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en-US" sz="1800" spc="-1" strike="noStrike">
                <a:solidFill>
                  <a:srgbClr val="000000"/>
                </a:solidFill>
                <a:latin typeface="黑体"/>
              </a:rPr>
              <a:t>Arco Design Vue（UI 组件）+ ECharts（图表）+ xterm.js（终端）</a:t>
            </a:r>
          </a:p>
          <a:p>
            <a:pPr marL="469800" indent="-46980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1" lang="zh-CN" sz="2000" spc="-1" strike="noStrike">
                <a:solidFill>
                  <a:srgbClr val="000000"/>
                </a:solidFill>
                <a:latin typeface="黑体"/>
              </a:rPr>
              <a:t>基础设施：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en-US" sz="1800" spc="-1" strike="noStrike">
                <a:solidFill>
                  <a:srgbClr val="000000"/>
                </a:solidFill>
                <a:latin typeface="黑体"/>
              </a:rPr>
              <a:t>PostgreSQL 15+（主存储，JSONB 灵活字段）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en-US" sz="1800" spc="-1" strike="noStrike">
                <a:solidFill>
                  <a:srgbClr val="000000"/>
                </a:solidFill>
                <a:latin typeface="黑体"/>
              </a:rPr>
              <a:t>Redis 7+（会话管理、排行榜、限流计数器）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en-US" sz="1800" spc="-1" strike="noStrike">
                <a:solidFill>
                  <a:srgbClr val="000000"/>
                </a:solidFill>
                <a:latin typeface="黑体"/>
              </a:rPr>
              <a:t>Docker Engine 24+（靶机容器管理）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en-US" sz="1800" spc="-1" strike="noStrike">
                <a:solidFill>
                  <a:srgbClr val="000000"/>
                </a:solidFill>
                <a:latin typeface="黑体"/>
              </a:rPr>
              <a:t>Nginx（反向代理 + 静态资源）+ systemd（进程管理）</a:t>
            </a:r>
          </a:p>
        </p:txBody>
      </p:sp>
    </p:spTree>
  </p:cSld>
  <p:transition spd="med">
    <p:zoom dir="out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r>
              <a:rPr b="0" lang="zh-CN" sz="3200" spc="-1" strike="noStrike">
                <a:solidFill>
                  <a:srgbClr val="000000"/>
                </a:solidFill>
                <a:latin typeface="Verdana"/>
              </a:rPr>
              <a:t>计划进度与预期成果</a:t>
            </a: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69800" indent="-46980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1" lang="zh-CN" sz="2000" spc="-1" strike="noStrike">
                <a:solidFill>
                  <a:srgbClr val="000000"/>
                </a:solidFill>
                <a:latin typeface="黑体"/>
              </a:rPr>
              <a:t>进度安排：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en-US" sz="1800" spc="-1" strike="noStrike">
                <a:solidFill>
                  <a:srgbClr val="000000"/>
                </a:solidFill>
                <a:latin typeface="黑体"/>
              </a:rPr>
              <a:t>2026.01 - 02 月：需求分析与架构设计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en-US" sz="1800" spc="-1" strike="noStrike">
                <a:solidFill>
                  <a:srgbClr val="000000"/>
                </a:solidFill>
                <a:latin typeface="黑体"/>
              </a:rPr>
              <a:t>2026.03 月：数据库设计与基础框架搭建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en-US" sz="1800" spc="-1" strike="noStrike">
                <a:solidFill>
                  <a:srgbClr val="000000"/>
                </a:solidFill>
                <a:latin typeface="黑体"/>
              </a:rPr>
              <a:t>2026.03 - 04 月：核心模块开发（认证、靶场管理、攻防演练）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en-US" sz="1800" spc="-1" strike="noStrike">
                <a:solidFill>
                  <a:srgbClr val="000000"/>
                </a:solidFill>
                <a:latin typeface="黑体"/>
              </a:rPr>
              <a:t>2026.04 - 05 月：竞赛管理、技能评估模块开发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en-US" sz="1800" spc="-1" strike="noStrike">
                <a:solidFill>
                  <a:srgbClr val="000000"/>
                </a:solidFill>
                <a:latin typeface="黑体"/>
              </a:rPr>
              <a:t>2026.05 月：系统集成测试与性能优化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en-US" sz="1800" spc="-1" strike="noStrike">
                <a:solidFill>
                  <a:srgbClr val="000000"/>
                </a:solidFill>
                <a:latin typeface="黑体"/>
              </a:rPr>
              <a:t>2026.05 - 06 月：论文撰写与答辩准备</a:t>
            </a:r>
          </a:p>
          <a:p>
            <a:pPr marL="469800" indent="-46980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1" lang="zh-CN" sz="2000" spc="-1" strike="noStrike">
                <a:solidFill>
                  <a:srgbClr val="000000"/>
                </a:solidFill>
                <a:latin typeface="黑体"/>
              </a:rPr>
              <a:t>预期成果：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en-US" sz="1800" spc="-1" strike="noStrike">
                <a:solidFill>
                  <a:srgbClr val="000000"/>
                </a:solidFill>
                <a:latin typeface="黑体"/>
              </a:rPr>
              <a:t>完整的校级 CTF 攻防竞赛平台系统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zh-CN" sz="1800" spc="-1" strike="noStrike">
                <a:solidFill>
                  <a:srgbClr val="000000"/>
                </a:solidFill>
                <a:latin typeface="黑体"/>
              </a:rPr>
              <a:t>毕业设计论文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en-US" sz="1800" spc="-1" strike="noStrike">
                <a:solidFill>
                  <a:srgbClr val="000000"/>
                </a:solidFill>
                <a:latin typeface="黑体"/>
              </a:rPr>
              <a:t>系统架构设计文档、API 接口文档、数据库设计文档</a:t>
            </a:r>
          </a:p>
        </p:txBody>
      </p:sp>
    </p:spTree>
  </p:cSld>
  <p:transition spd="med">
    <p:zoom dir="out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r>
              <a:rPr b="0" lang="zh-CN" sz="3200" spc="-1" strike="noStrike">
                <a:solidFill>
                  <a:srgbClr val="000000"/>
                </a:solidFill>
                <a:latin typeface="Verdana"/>
              </a:rPr>
              <a:t>翻译工作</a:t>
            </a: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69800" indent="-46980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1" lang="zh-CN" sz="2000" spc="-1" strike="noStrike">
                <a:solidFill>
                  <a:srgbClr val="000000"/>
                </a:solidFill>
                <a:latin typeface="黑体"/>
              </a:rPr>
              <a:t>翻译文献：</a:t>
            </a:r>
          </a:p>
          <a:p>
            <a:pPr marL="469800" indent="-46980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en-US" sz="2000" spc="-1" strike="noStrike">
                <a:solidFill>
                  <a:srgbClr val="000000"/>
                </a:solidFill>
                <a:latin typeface="黑体"/>
              </a:rPr>
              <a:t>A Review of Cyber-Ranges and Test-Beds: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en-US" sz="1800" spc="-1" strike="noStrike">
                <a:solidFill>
                  <a:srgbClr val="000000"/>
                </a:solidFill>
                <a:latin typeface="黑体"/>
              </a:rPr>
              <a:t>Current and Future Trends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en-US" sz="1800" spc="-1" strike="noStrike">
                <a:solidFill>
                  <a:srgbClr val="000000"/>
                </a:solidFill>
                <a:latin typeface="黑体"/>
              </a:rPr>
              <a:t>作者：Ukwandu E, Farah M A B, Hindy H, et al.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en-US" sz="1800" spc="-1" strike="noStrike">
                <a:solidFill>
                  <a:srgbClr val="000000"/>
                </a:solidFill>
                <a:latin typeface="黑体"/>
              </a:rPr>
              <a:t>来源：Sensors, 2020, 20: 7148</a:t>
            </a:r>
          </a:p>
          <a:p>
            <a:pPr marL="469800" indent="-46980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1" lang="zh-CN" sz="2000" spc="-1" strike="noStrike">
                <a:solidFill>
                  <a:srgbClr val="000000"/>
                </a:solidFill>
                <a:latin typeface="黑体"/>
              </a:rPr>
              <a:t>翻译内容概述：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zh-CN" sz="1800" spc="-1" strike="noStrike">
                <a:solidFill>
                  <a:srgbClr val="000000"/>
                </a:solidFill>
                <a:latin typeface="黑体"/>
              </a:rPr>
              <a:t>网络靶场与测试平台的定义与分类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zh-CN" sz="1800" spc="-1" strike="noStrike">
                <a:solidFill>
                  <a:srgbClr val="000000"/>
                </a:solidFill>
                <a:latin typeface="黑体"/>
              </a:rPr>
              <a:t>现有网络靶场的架构特征与技术实现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zh-CN" sz="1800" spc="-1" strike="noStrike">
                <a:solidFill>
                  <a:srgbClr val="000000"/>
                </a:solidFill>
                <a:latin typeface="黑体"/>
              </a:rPr>
              <a:t>网络靶场在教育、军事、企业领域的应用现状</a:t>
            </a:r>
          </a:p>
          <a:p>
            <a:pPr lvl="1" marL="907920" indent="-436320">
              <a:lnSpc>
                <a:spcPct val="120000"/>
              </a:lnSpc>
              <a:spcBef>
                <a:spcPts val="400"/>
              </a:spcBef>
              <a:buClr>
                <a:srgbClr val="cc0000"/>
              </a:buClr>
              <a:buFont typeface="WingDings" charset="2"/>
              <a:buChar char=""/>
            </a:pPr>
            <a:r>
              <a:rPr b="0" lang="zh-CN" sz="1800" spc="-1" strike="noStrike">
                <a:solidFill>
                  <a:srgbClr val="000000"/>
                </a:solidFill>
                <a:latin typeface="黑体"/>
              </a:rPr>
              <a:t>网络靶场的未来发展趋势与挑战</a:t>
            </a:r>
          </a:p>
        </p:txBody>
      </p:sp>
    </p:spTree>
  </p:cSld>
  <p:transition spd="med">
    <p:zoom dir="out"/>
  </p:transition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1338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2009-11-14T15:16:50Z</dcterms:created>
  <dc:creator>王伟</dc:creator>
  <dc:description/>
  <dc:language>en-US</dc:language>
  <cp:lastModifiedBy>GQ</cp:lastModifiedBy>
  <dcterms:modified xsi:type="dcterms:W3CDTF">2024-02-23T11:38:23Z</dcterms:modified>
  <cp:revision>184</cp:revision>
  <dc:subject/>
  <dc:title>幻灯片 1</dc:title>
</cp:coreProperties>
</file>